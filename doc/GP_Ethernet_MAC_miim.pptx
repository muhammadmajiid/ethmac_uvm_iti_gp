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8.xml" ContentType="application/vnd.openxmlformats-officedocument.presentationml.slideMaster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67" r:id="rId4"/>
  </p:sld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18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90000"/>
              </a:lnSpc>
              <a:buNone/>
            </a:pP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ubTitle"/>
          </p:nvPr>
        </p:nvSpPr>
        <p:spPr>
          <a:xfrm>
            <a:off x="1141560" y="2249640"/>
            <a:ext cx="4878000" cy="354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8467200-3074-4589-BB3D-B92624C4E2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anoramic 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7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108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109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36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137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0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1141560" y="4304520"/>
            <a:ext cx="9911880" cy="81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2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1141560" y="606600"/>
            <a:ext cx="9911880" cy="3299400"/>
          </a:xfrm>
          <a:prstGeom prst="rect">
            <a:avLst/>
          </a:prstGeom>
          <a:noFill/>
          <a:ln cap="sq" w="19080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dist="38160" dir="5400000" blurRad="8892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body"/>
          </p:nvPr>
        </p:nvSpPr>
        <p:spPr>
          <a:xfrm>
            <a:off x="1141200" y="5123880"/>
            <a:ext cx="9910440" cy="682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 type="dt" idx="4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5"/>
          <p:cNvSpPr>
            <a:spLocks noGrp="1"/>
          </p:cNvSpPr>
          <p:nvPr>
            <p:ph type="ftr" idx="5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PlaceHolder 6"/>
          <p:cNvSpPr>
            <a:spLocks noGrp="1"/>
          </p:cNvSpPr>
          <p:nvPr>
            <p:ph type="sldNum" idx="6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53D8599-C5DD-4ECD-AEBA-10784973FA07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54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155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156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7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8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7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8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1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2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3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4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5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6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7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8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9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0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1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2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83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184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5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1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2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3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9905760" cy="342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1141560" y="4419720"/>
            <a:ext cx="9903960" cy="137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dt" idx="7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ftr" idx="8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 type="sldNum" idx="9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B75A95E-8DAD-40D2-ACF8-31CD0018A561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00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201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202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3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4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5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6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7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8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9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0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1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2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3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4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5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6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7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8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9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0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1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2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3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4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5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6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7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8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29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230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4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5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6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7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8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9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1446120" y="609480"/>
            <a:ext cx="9302400" cy="2748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1720800" y="3365640"/>
            <a:ext cx="8751960" cy="54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body"/>
          </p:nvPr>
        </p:nvSpPr>
        <p:spPr>
          <a:xfrm>
            <a:off x="1141560" y="4309920"/>
            <a:ext cx="9905760" cy="1488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243" name="PlaceHolder 4"/>
          <p:cNvSpPr>
            <a:spLocks noGrp="1"/>
          </p:cNvSpPr>
          <p:nvPr>
            <p:ph type="dt" idx="10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PlaceHolder 5"/>
          <p:cNvSpPr>
            <a:spLocks noGrp="1"/>
          </p:cNvSpPr>
          <p:nvPr>
            <p:ph type="ftr" idx="11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PlaceHolder 6"/>
          <p:cNvSpPr>
            <a:spLocks noGrp="1"/>
          </p:cNvSpPr>
          <p:nvPr>
            <p:ph type="sldNum" idx="12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A760F84-133A-4614-8A6B-0C1EC226AECD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TextBox 59"/>
          <p:cNvSpPr/>
          <p:nvPr/>
        </p:nvSpPr>
        <p:spPr>
          <a:xfrm>
            <a:off x="903600" y="73224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60"/>
          <p:cNvSpPr/>
          <p:nvPr/>
        </p:nvSpPr>
        <p:spPr>
          <a:xfrm>
            <a:off x="10537200" y="2764800"/>
            <a:ext cx="6091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r" defTabSz="457200">
              <a:lnSpc>
                <a:spcPct val="100000"/>
              </a:lnSpc>
            </a:pPr>
            <a:r>
              <a:rPr lang="en-US" sz="80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ame C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49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250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251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3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4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5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6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7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8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9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0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1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2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3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4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5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6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7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8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9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0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1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2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3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4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5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6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7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78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279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0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1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2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3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4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5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6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7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8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1141560" y="2134080"/>
            <a:ext cx="9905760" cy="251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1141200" y="4657680"/>
            <a:ext cx="9904320" cy="114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dt" idx="13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PlaceHolder 4"/>
          <p:cNvSpPr>
            <a:spLocks noGrp="1"/>
          </p:cNvSpPr>
          <p:nvPr>
            <p:ph type="ftr" idx="14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PlaceHolder 5"/>
          <p:cNvSpPr>
            <a:spLocks noGrp="1"/>
          </p:cNvSpPr>
          <p:nvPr>
            <p:ph type="sldNum" idx="15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077FEA-9BA0-4E90-BBF9-4D18662D3317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Colum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95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296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297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8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9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0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1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2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3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4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5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6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7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8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9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0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1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2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3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4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5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6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7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8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9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0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1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2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3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324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325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6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7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8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9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0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1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2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3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4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9905760" cy="1904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1141560" y="2674440"/>
            <a:ext cx="31964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body"/>
          </p:nvPr>
        </p:nvSpPr>
        <p:spPr>
          <a:xfrm>
            <a:off x="1127880" y="3360240"/>
            <a:ext cx="3208320" cy="243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38" name="PlaceHolder 4"/>
          <p:cNvSpPr>
            <a:spLocks noGrp="1"/>
          </p:cNvSpPr>
          <p:nvPr>
            <p:ph type="body"/>
          </p:nvPr>
        </p:nvSpPr>
        <p:spPr>
          <a:xfrm>
            <a:off x="4514760" y="2677680"/>
            <a:ext cx="318420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39" name="PlaceHolder 5"/>
          <p:cNvSpPr>
            <a:spLocks noGrp="1"/>
          </p:cNvSpPr>
          <p:nvPr>
            <p:ph type="body"/>
          </p:nvPr>
        </p:nvSpPr>
        <p:spPr>
          <a:xfrm>
            <a:off x="4504320" y="3363480"/>
            <a:ext cx="3195360" cy="243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40" name="PlaceHolder 6"/>
          <p:cNvSpPr>
            <a:spLocks noGrp="1"/>
          </p:cNvSpPr>
          <p:nvPr>
            <p:ph type="body"/>
          </p:nvPr>
        </p:nvSpPr>
        <p:spPr>
          <a:xfrm>
            <a:off x="7852320" y="2674440"/>
            <a:ext cx="31946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41" name="PlaceHolder 7"/>
          <p:cNvSpPr>
            <a:spLocks noGrp="1"/>
          </p:cNvSpPr>
          <p:nvPr>
            <p:ph type="body"/>
          </p:nvPr>
        </p:nvSpPr>
        <p:spPr>
          <a:xfrm>
            <a:off x="7852320" y="3360240"/>
            <a:ext cx="3194640" cy="243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42" name="PlaceHolder 8"/>
          <p:cNvSpPr>
            <a:spLocks noGrp="1"/>
          </p:cNvSpPr>
          <p:nvPr>
            <p:ph type="dt" idx="16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PlaceHolder 9"/>
          <p:cNvSpPr>
            <a:spLocks noGrp="1"/>
          </p:cNvSpPr>
          <p:nvPr>
            <p:ph type="ftr" idx="17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PlaceHolder 10"/>
          <p:cNvSpPr>
            <a:spLocks noGrp="1"/>
          </p:cNvSpPr>
          <p:nvPr>
            <p:ph type="sldNum" idx="18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4C5AC1B-D4FA-46BB-953B-CF7896DA0A26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Picture Colum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46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347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348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9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0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1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2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3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4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5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6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7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8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9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0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1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2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3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4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5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6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7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8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9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0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1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2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3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4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375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376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7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8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9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0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1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2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3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4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5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9905760" cy="1904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1141560" y="4404600"/>
            <a:ext cx="319500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body"/>
          </p:nvPr>
        </p:nvSpPr>
        <p:spPr>
          <a:xfrm>
            <a:off x="1141560" y="2666880"/>
            <a:ext cx="3195000" cy="1523520"/>
          </a:xfrm>
          <a:prstGeom prst="rect">
            <a:avLst/>
          </a:prstGeom>
          <a:noFill/>
          <a:ln cap="sq" w="19080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dist="38160" dir="5400000" blurRad="8892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icon to add picture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 type="body"/>
          </p:nvPr>
        </p:nvSpPr>
        <p:spPr>
          <a:xfrm>
            <a:off x="1141560" y="4980960"/>
            <a:ext cx="3195000" cy="81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90" name="PlaceHolder 5"/>
          <p:cNvSpPr>
            <a:spLocks noGrp="1"/>
          </p:cNvSpPr>
          <p:nvPr>
            <p:ph type="body"/>
          </p:nvPr>
        </p:nvSpPr>
        <p:spPr>
          <a:xfrm>
            <a:off x="4489200" y="4404600"/>
            <a:ext cx="320004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91" name="PlaceHolder 6"/>
          <p:cNvSpPr>
            <a:spLocks noGrp="1"/>
          </p:cNvSpPr>
          <p:nvPr>
            <p:ph type="body"/>
          </p:nvPr>
        </p:nvSpPr>
        <p:spPr>
          <a:xfrm>
            <a:off x="4489200" y="2666880"/>
            <a:ext cx="3198600" cy="1523520"/>
          </a:xfrm>
          <a:prstGeom prst="rect">
            <a:avLst/>
          </a:prstGeom>
          <a:noFill/>
          <a:ln cap="sq" w="19080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dist="38160" dir="5400000" blurRad="8892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icon to add picture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92" name="PlaceHolder 7"/>
          <p:cNvSpPr>
            <a:spLocks noGrp="1"/>
          </p:cNvSpPr>
          <p:nvPr>
            <p:ph type="body"/>
          </p:nvPr>
        </p:nvSpPr>
        <p:spPr>
          <a:xfrm>
            <a:off x="4487760" y="4980960"/>
            <a:ext cx="3200040" cy="81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93" name="PlaceHolder 8"/>
          <p:cNvSpPr>
            <a:spLocks noGrp="1"/>
          </p:cNvSpPr>
          <p:nvPr>
            <p:ph type="body"/>
          </p:nvPr>
        </p:nvSpPr>
        <p:spPr>
          <a:xfrm>
            <a:off x="7852680" y="4404600"/>
            <a:ext cx="3190320" cy="57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94" name="PlaceHolder 9"/>
          <p:cNvSpPr>
            <a:spLocks noGrp="1"/>
          </p:cNvSpPr>
          <p:nvPr>
            <p:ph type="body"/>
          </p:nvPr>
        </p:nvSpPr>
        <p:spPr>
          <a:xfrm>
            <a:off x="7852320" y="2666880"/>
            <a:ext cx="3194640" cy="1523520"/>
          </a:xfrm>
          <a:prstGeom prst="rect">
            <a:avLst/>
          </a:prstGeom>
          <a:noFill/>
          <a:ln cap="sq" w="19080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dist="38160" dir="5400000" blurRad="88920" rotWithShape="0">
              <a:srgbClr val="000000">
                <a:alpha val="40000"/>
              </a:srgbClr>
            </a:outerShdw>
          </a:effectLst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icon to add picture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95" name="PlaceHolder 10"/>
          <p:cNvSpPr>
            <a:spLocks noGrp="1"/>
          </p:cNvSpPr>
          <p:nvPr>
            <p:ph type="body"/>
          </p:nvPr>
        </p:nvSpPr>
        <p:spPr>
          <a:xfrm>
            <a:off x="7852320" y="4980960"/>
            <a:ext cx="3194640" cy="81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396" name="PlaceHolder 11"/>
          <p:cNvSpPr>
            <a:spLocks noGrp="1"/>
          </p:cNvSpPr>
          <p:nvPr>
            <p:ph type="dt" idx="19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PlaceHolder 12"/>
          <p:cNvSpPr>
            <a:spLocks noGrp="1"/>
          </p:cNvSpPr>
          <p:nvPr>
            <p:ph type="ftr" idx="20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PlaceHolder 13"/>
          <p:cNvSpPr>
            <a:spLocks noGrp="1"/>
          </p:cNvSpPr>
          <p:nvPr>
            <p:ph type="sldNum" idx="21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7E48055-354D-4E64-A108-26B292765244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00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401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402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3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4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5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6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7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8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9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0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1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2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3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4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5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6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7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8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9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0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1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2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3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4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5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6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7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8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429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430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1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2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3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4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5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6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7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8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9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990576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dt" idx="22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PlaceHolder 4"/>
          <p:cNvSpPr>
            <a:spLocks noGrp="1"/>
          </p:cNvSpPr>
          <p:nvPr>
            <p:ph type="ftr" idx="23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PlaceHolder 5"/>
          <p:cNvSpPr>
            <a:spLocks noGrp="1"/>
          </p:cNvSpPr>
          <p:nvPr>
            <p:ph type="sldNum" idx="24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167463-A9B8-4F00-8A9D-6640EF4FBB1F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5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46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447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448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9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0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1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2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3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4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5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6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7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8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9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0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1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2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3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4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5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6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7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8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9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0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1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2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3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4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475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476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7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8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9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0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1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2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3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4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5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86" name="PlaceHolder 1"/>
          <p:cNvSpPr>
            <a:spLocks noGrp="1"/>
          </p:cNvSpPr>
          <p:nvPr>
            <p:ph type="title"/>
          </p:nvPr>
        </p:nvSpPr>
        <p:spPr>
          <a:xfrm>
            <a:off x="9042480" y="609480"/>
            <a:ext cx="2004480" cy="518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1141560" y="609480"/>
            <a:ext cx="7748280" cy="518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dt" idx="25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PlaceHolder 4"/>
          <p:cNvSpPr>
            <a:spLocks noGrp="1"/>
          </p:cNvSpPr>
          <p:nvPr>
            <p:ph type="ftr" idx="26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PlaceHolder 5"/>
          <p:cNvSpPr>
            <a:spLocks noGrp="1"/>
          </p:cNvSpPr>
          <p:nvPr>
            <p:ph type="sldNum" idx="27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0FD9D1E-9DF3-4800-885E-7D5F2973AE61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1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92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493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494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5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6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7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8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9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0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1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2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3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4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5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6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7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8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9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0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1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2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3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4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5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6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7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8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9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0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521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522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3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4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5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6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7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8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9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0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1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990576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dt" idx="28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 type="ftr" idx="29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PlaceHolder 5"/>
          <p:cNvSpPr>
            <a:spLocks noGrp="1"/>
          </p:cNvSpPr>
          <p:nvPr>
            <p:ph type="sldNum" idx="30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17621C1-2B78-4528-9850-9310AB26F0F7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7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38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539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540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1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2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3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4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5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6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7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8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9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0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1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2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3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4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5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6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7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8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9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0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1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2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3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4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5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6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567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568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9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0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1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2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3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4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5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6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7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1141560" y="1419120"/>
            <a:ext cx="990576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1141560" y="4424400"/>
            <a:ext cx="9905760" cy="137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 cap="all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 cap="all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800" b="0" u="none" strike="noStrike" cap="all">
              <a:solidFill>
                <a:schemeClr val="dk1">
                  <a:tint val="75000"/>
                </a:schemeClr>
              </a:solidFill>
              <a:effectLst/>
              <a:uFillTx/>
              <a:latin typeface="Tw Cen MT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dt" idx="31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 type="ftr" idx="32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 type="sldNum" idx="33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A62439-ED2E-40BD-BF05-C2988FA8979E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3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84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585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586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7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8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9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0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1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2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3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4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5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6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7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8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9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0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1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2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3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4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5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6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7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8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9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0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1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2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13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614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5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6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7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8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9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0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1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2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3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487800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body"/>
          </p:nvPr>
        </p:nvSpPr>
        <p:spPr>
          <a:xfrm>
            <a:off x="6172200" y="2249640"/>
            <a:ext cx="487476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 type="dt" idx="34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 type="ftr" idx="35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 type="sldNum" idx="36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9599B4D-1E83-4DD0-913B-C309F80EF8E0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0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31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632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633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4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5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6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7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8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9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0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1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2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3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4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5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6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7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8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9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0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1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2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3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4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5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6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7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8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9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60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661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2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3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4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5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6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7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8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9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0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1141560" y="619200"/>
            <a:ext cx="9905760" cy="1477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 type="body"/>
          </p:nvPr>
        </p:nvSpPr>
        <p:spPr>
          <a:xfrm>
            <a:off x="1370160" y="2249640"/>
            <a:ext cx="464940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 type="body"/>
          </p:nvPr>
        </p:nvSpPr>
        <p:spPr>
          <a:xfrm>
            <a:off x="1141560" y="3073320"/>
            <a:ext cx="4878000" cy="271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674" name="PlaceHolder 4"/>
          <p:cNvSpPr>
            <a:spLocks noGrp="1"/>
          </p:cNvSpPr>
          <p:nvPr>
            <p:ph type="body"/>
          </p:nvPr>
        </p:nvSpPr>
        <p:spPr>
          <a:xfrm>
            <a:off x="6400800" y="2249640"/>
            <a:ext cx="46461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675" name="PlaceHolder 5"/>
          <p:cNvSpPr>
            <a:spLocks noGrp="1"/>
          </p:cNvSpPr>
          <p:nvPr>
            <p:ph type="body"/>
          </p:nvPr>
        </p:nvSpPr>
        <p:spPr>
          <a:xfrm>
            <a:off x="6172200" y="3073320"/>
            <a:ext cx="4874760" cy="271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676" name="PlaceHolder 6"/>
          <p:cNvSpPr>
            <a:spLocks noGrp="1"/>
          </p:cNvSpPr>
          <p:nvPr>
            <p:ph type="dt" idx="37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PlaceHolder 7"/>
          <p:cNvSpPr>
            <a:spLocks noGrp="1"/>
          </p:cNvSpPr>
          <p:nvPr>
            <p:ph type="ftr" idx="38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PlaceHolder 8"/>
          <p:cNvSpPr>
            <a:spLocks noGrp="1"/>
          </p:cNvSpPr>
          <p:nvPr>
            <p:ph type="sldNum" idx="39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3E7E0F7-B1B9-4B3D-8DB1-52B87A7ADF1B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9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80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681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682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3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4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5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6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7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8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9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0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1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2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3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4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5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6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7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8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9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0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1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2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3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4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5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6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7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8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09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710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1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2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3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4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5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6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7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8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9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20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721" name="PlaceHolder 2"/>
          <p:cNvSpPr>
            <a:spLocks noGrp="1"/>
          </p:cNvSpPr>
          <p:nvPr>
            <p:ph type="dt" idx="40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ftr" idx="41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PlaceHolder 4"/>
          <p:cNvSpPr>
            <a:spLocks noGrp="1"/>
          </p:cNvSpPr>
          <p:nvPr>
            <p:ph type="sldNum" idx="42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2203157-2E89-4D70-BC8F-84F10957304A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4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25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726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727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8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9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0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1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2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3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4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5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6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7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8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9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0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1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2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3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4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5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6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7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8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9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0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1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2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3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54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755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6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7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8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9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0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1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2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3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4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65" name="PlaceHolder 1"/>
          <p:cNvSpPr>
            <a:spLocks noGrp="1"/>
          </p:cNvSpPr>
          <p:nvPr>
            <p:ph type="dt" idx="43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PlaceHolder 2"/>
          <p:cNvSpPr>
            <a:spLocks noGrp="1"/>
          </p:cNvSpPr>
          <p:nvPr>
            <p:ph type="ftr" idx="44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45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36D8F71-3C09-4146-ADFC-793A2CD50850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8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69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770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771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2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3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4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5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6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7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8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9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0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1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2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3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4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5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6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7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8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9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0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1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2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3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4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5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6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7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98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799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0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1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2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3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4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5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6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7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8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09" name="PlaceHolder 1"/>
          <p:cNvSpPr>
            <a:spLocks noGrp="1"/>
          </p:cNvSpPr>
          <p:nvPr>
            <p:ph type="title"/>
          </p:nvPr>
        </p:nvSpPr>
        <p:spPr>
          <a:xfrm>
            <a:off x="1146600" y="609480"/>
            <a:ext cx="3855600" cy="163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2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810" name="PlaceHolder 2"/>
          <p:cNvSpPr>
            <a:spLocks noGrp="1"/>
          </p:cNvSpPr>
          <p:nvPr>
            <p:ph type="body"/>
          </p:nvPr>
        </p:nvSpPr>
        <p:spPr>
          <a:xfrm>
            <a:off x="5156280" y="592560"/>
            <a:ext cx="5890680" cy="519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811" name="PlaceHolder 3"/>
          <p:cNvSpPr>
            <a:spLocks noGrp="1"/>
          </p:cNvSpPr>
          <p:nvPr>
            <p:ph type="body"/>
          </p:nvPr>
        </p:nvSpPr>
        <p:spPr>
          <a:xfrm>
            <a:off x="1146600" y="2249640"/>
            <a:ext cx="385560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812" name="PlaceHolder 4"/>
          <p:cNvSpPr>
            <a:spLocks noGrp="1"/>
          </p:cNvSpPr>
          <p:nvPr>
            <p:ph type="dt" idx="46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PlaceHolder 5"/>
          <p:cNvSpPr>
            <a:spLocks noGrp="1"/>
          </p:cNvSpPr>
          <p:nvPr>
            <p:ph type="ftr" idx="47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PlaceHolder 6"/>
          <p:cNvSpPr>
            <a:spLocks noGrp="1"/>
          </p:cNvSpPr>
          <p:nvPr>
            <p:ph type="sldNum" idx="48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C16715-7166-45B2-85D8-5B4B6F2FF91E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5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16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817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818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9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0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1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2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3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4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5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6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7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8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9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0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1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2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3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4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5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6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7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8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9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0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1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2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3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4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845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846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7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8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9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0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1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2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3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4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5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56" name="PlaceHolder 1"/>
          <p:cNvSpPr>
            <a:spLocks noGrp="1"/>
          </p:cNvSpPr>
          <p:nvPr>
            <p:ph type="title"/>
          </p:nvPr>
        </p:nvSpPr>
        <p:spPr>
          <a:xfrm>
            <a:off x="1141560" y="609480"/>
            <a:ext cx="5934240" cy="163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2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857" name="PlaceHolder 2"/>
          <p:cNvSpPr>
            <a:spLocks noGrp="1"/>
          </p:cNvSpPr>
          <p:nvPr>
            <p:ph type="body"/>
          </p:nvPr>
        </p:nvSpPr>
        <p:spPr>
          <a:xfrm>
            <a:off x="7380720" y="609480"/>
            <a:ext cx="3666240" cy="5181120"/>
          </a:xfrm>
          <a:prstGeom prst="rect">
            <a:avLst/>
          </a:prstGeom>
          <a:noFill/>
          <a:ln cap="sq" w="19080">
            <a:solidFill>
              <a:schemeClr val="dk2">
                <a:lumMod val="60000"/>
                <a:lumOff val="40000"/>
                <a:alpha val="60000"/>
              </a:schemeClr>
            </a:solidFill>
            <a:miter/>
          </a:ln>
          <a:effectLst>
            <a:outerShdw dist="38160" dir="5400000" blurRad="88920" rotWithShape="0">
              <a:srgbClr val="000000">
                <a:alpha val="40000"/>
              </a:srgbClr>
            </a:outerShdw>
          </a:effectLst>
        </p:spPr>
        <p:txBody>
          <a:bodyPr lIns="90000" tIns="45000" rIns="90000" bIns="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858" name="PlaceHolder 3"/>
          <p:cNvSpPr>
            <a:spLocks noGrp="1"/>
          </p:cNvSpPr>
          <p:nvPr>
            <p:ph type="body"/>
          </p:nvPr>
        </p:nvSpPr>
        <p:spPr>
          <a:xfrm>
            <a:off x="1141560" y="2249640"/>
            <a:ext cx="593424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859" name="PlaceHolder 4"/>
          <p:cNvSpPr>
            <a:spLocks noGrp="1"/>
          </p:cNvSpPr>
          <p:nvPr>
            <p:ph type="dt" idx="49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" name="PlaceHolder 5"/>
          <p:cNvSpPr>
            <a:spLocks noGrp="1"/>
          </p:cNvSpPr>
          <p:nvPr>
            <p:ph type="ftr" idx="50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PlaceHolder 6"/>
          <p:cNvSpPr>
            <a:spLocks noGrp="1"/>
          </p:cNvSpPr>
          <p:nvPr>
            <p:ph type="sldNum" idx="51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3F48B67-083C-4257-9FA5-A903D59CE46D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90000"/>
              </a:lnSpc>
              <a:buNone/>
            </a:pP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910" name="PlaceHolder 2"/>
          <p:cNvSpPr>
            <a:spLocks noGrp="1"/>
          </p:cNvSpPr>
          <p:nvPr>
            <p:ph type="subTitle"/>
          </p:nvPr>
        </p:nvSpPr>
        <p:spPr>
          <a:xfrm>
            <a:off x="1141560" y="2249640"/>
            <a:ext cx="4878000" cy="354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27B48C86-F860-48AD-AB30-B049C47337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90000"/>
              </a:lnSpc>
              <a:buNone/>
            </a:pP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1141560" y="2249640"/>
            <a:ext cx="2380320" cy="354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/>
          </p:nvPr>
        </p:nvSpPr>
        <p:spPr>
          <a:xfrm>
            <a:off x="3641400" y="2249640"/>
            <a:ext cx="2380320" cy="3541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357E943B-02CA-415A-8435-74E6CC15A1E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2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\\DROBO-FS\QuickDrops\JB\PPTX NG\Droplets\LightingOverlay.png" hidden="1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4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5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32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33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pic>
        <p:nvPicPr>
          <p:cNvPr id="43" name="Picture 2" descr="\\DROBO-FS\QuickDrops\JB\PPTX NG\Droplets\LightingOverlay.png"/>
          <p:cNvPicPr/>
          <p:nvPr/>
        </p:nvPicPr>
        <p:blipFill>
          <a:blip r:embed="rId3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4" name="Group 10"/>
          <p:cNvGrpSpPr/>
          <p:nvPr/>
        </p:nvGrpSpPr>
        <p:grpSpPr>
          <a:xfrm>
            <a:off x="0" y="0"/>
            <a:ext cx="2304720" cy="6857640"/>
            <a:chOff x="0" y="0"/>
            <a:chExt cx="2304720" cy="6857640"/>
          </a:xfrm>
        </p:grpSpPr>
        <p:sp>
          <p:nvSpPr>
            <p:cNvPr id="45" name="Rectangle 5"/>
            <p:cNvSpPr/>
            <p:nvPr/>
          </p:nvSpPr>
          <p:spPr>
            <a:xfrm>
              <a:off x="1209600" y="4680"/>
              <a:ext cx="23400" cy="21808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1128600" y="217656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" name="Freeform 7"/>
            <p:cNvSpPr/>
            <p:nvPr/>
          </p:nvSpPr>
          <p:spPr>
            <a:xfrm>
              <a:off x="1123920" y="40212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" name="Rectangle 8"/>
            <p:cNvSpPr/>
            <p:nvPr/>
          </p:nvSpPr>
          <p:spPr>
            <a:xfrm>
              <a:off x="414360" y="9360"/>
              <a:ext cx="28080" cy="44812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Freeform 9"/>
            <p:cNvSpPr/>
            <p:nvPr/>
          </p:nvSpPr>
          <p:spPr>
            <a:xfrm>
              <a:off x="333360" y="4481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Freeform 10"/>
            <p:cNvSpPr/>
            <p:nvPr/>
          </p:nvSpPr>
          <p:spPr>
            <a:xfrm>
              <a:off x="190440" y="9360"/>
              <a:ext cx="151920" cy="90756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" name="Freeform 11"/>
            <p:cNvSpPr/>
            <p:nvPr/>
          </p:nvSpPr>
          <p:spPr>
            <a:xfrm>
              <a:off x="1290600" y="14400"/>
              <a:ext cx="375840" cy="1801440"/>
            </a:xfrm>
            <a:custGeom>
              <a:avLst/>
              <a:gdLst>
                <a:gd name="textAreaLeft" fmla="*/ 0 w 375840"/>
                <a:gd name="textAreaRight" fmla="*/ 376200 w 37584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Freeform 12"/>
            <p:cNvSpPr/>
            <p:nvPr/>
          </p:nvSpPr>
          <p:spPr>
            <a:xfrm>
              <a:off x="1600200" y="18018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Freeform 13"/>
            <p:cNvSpPr/>
            <p:nvPr/>
          </p:nvSpPr>
          <p:spPr>
            <a:xfrm>
              <a:off x="1380960" y="9360"/>
              <a:ext cx="371160" cy="14252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425240"/>
                <a:gd name="textAreaBottom" fmla="*/ 1425600 h 142524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Freeform 14"/>
            <p:cNvSpPr/>
            <p:nvPr/>
          </p:nvSpPr>
          <p:spPr>
            <a:xfrm>
              <a:off x="1643040" y="0"/>
              <a:ext cx="151920" cy="91260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12600"/>
                <a:gd name="textAreaBottom" fmla="*/ 912960 h 91260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Freeform 15"/>
            <p:cNvSpPr/>
            <p:nvPr/>
          </p:nvSpPr>
          <p:spPr>
            <a:xfrm>
              <a:off x="1685880" y="14209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Freeform 16"/>
            <p:cNvSpPr/>
            <p:nvPr/>
          </p:nvSpPr>
          <p:spPr>
            <a:xfrm>
              <a:off x="168588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Freeform 17"/>
            <p:cNvSpPr/>
            <p:nvPr/>
          </p:nvSpPr>
          <p:spPr>
            <a:xfrm>
              <a:off x="1743120" y="4680"/>
              <a:ext cx="418680" cy="522000"/>
            </a:xfrm>
            <a:custGeom>
              <a:avLst/>
              <a:gdLst>
                <a:gd name="textAreaLeft" fmla="*/ 0 w 418680"/>
                <a:gd name="textAreaRight" fmla="*/ 419040 w 418680"/>
                <a:gd name="textAreaTop" fmla="*/ 0 h 522000"/>
                <a:gd name="textAreaBottom" fmla="*/ 522360 h 522000"/>
              </a:gdLst>
              <a:ahLst/>
              <a:cxnLst/>
              <a:rect l="textAreaLeft" t="textAreaTop" r="textAreaRight" b="textAreaBottom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Freeform 18"/>
            <p:cNvSpPr/>
            <p:nvPr/>
          </p:nvSpPr>
          <p:spPr>
            <a:xfrm>
              <a:off x="2119320" y="488880"/>
              <a:ext cx="161640" cy="147240"/>
            </a:xfrm>
            <a:custGeom>
              <a:avLst/>
              <a:gdLst>
                <a:gd name="textAreaLeft" fmla="*/ 0 w 161640"/>
                <a:gd name="textAreaRight" fmla="*/ 162000 w 161640"/>
                <a:gd name="textAreaTop" fmla="*/ 0 h 147240"/>
                <a:gd name="textAreaBottom" fmla="*/ 147600 h 147240"/>
              </a:gdLst>
              <a:ahLst/>
              <a:cxn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Freeform 19"/>
            <p:cNvSpPr/>
            <p:nvPr/>
          </p:nvSpPr>
          <p:spPr>
            <a:xfrm>
              <a:off x="952560" y="4680"/>
              <a:ext cx="151920" cy="90756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Freeform 20"/>
            <p:cNvSpPr/>
            <p:nvPr/>
          </p:nvSpPr>
          <p:spPr>
            <a:xfrm>
              <a:off x="86688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eform 21"/>
            <p:cNvSpPr/>
            <p:nvPr/>
          </p:nvSpPr>
          <p:spPr>
            <a:xfrm>
              <a:off x="890640" y="15541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Freeform 22"/>
            <p:cNvSpPr/>
            <p:nvPr/>
          </p:nvSpPr>
          <p:spPr>
            <a:xfrm>
              <a:off x="738360" y="5622840"/>
              <a:ext cx="337680" cy="1215720"/>
            </a:xfrm>
            <a:custGeom>
              <a:avLst/>
              <a:gdLst>
                <a:gd name="textAreaLeft" fmla="*/ 0 w 337680"/>
                <a:gd name="textAreaRight" fmla="*/ 338040 w 337680"/>
                <a:gd name="textAreaTop" fmla="*/ 0 h 1215720"/>
                <a:gd name="textAreaBottom" fmla="*/ 1216080 h 1215720"/>
              </a:gdLst>
              <a:ahLst/>
              <a:cxnLst/>
              <a:rect l="textAreaLeft" t="textAreaTop" r="textAreaRight" b="textAreaBottom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" name="Freeform 23"/>
            <p:cNvSpPr/>
            <p:nvPr/>
          </p:nvSpPr>
          <p:spPr>
            <a:xfrm>
              <a:off x="647640" y="5479920"/>
              <a:ext cx="156960" cy="15696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0 h 156960"/>
                <a:gd name="textAreaBottom" fmla="*/ 157320 h 15696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Freeform 24"/>
            <p:cNvSpPr/>
            <p:nvPr/>
          </p:nvSpPr>
          <p:spPr>
            <a:xfrm>
              <a:off x="6660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Freeform 25"/>
            <p:cNvSpPr/>
            <p:nvPr/>
          </p:nvSpPr>
          <p:spPr>
            <a:xfrm>
              <a:off x="0" y="3897360"/>
              <a:ext cx="132840" cy="26640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266400"/>
                <a:gd name="textAreaBottom" fmla="*/ 266760 h 266400"/>
              </a:gdLst>
              <a:ahLst/>
              <a:cxnLst/>
              <a:rect l="textAreaLeft" t="textAreaTop" r="textAreaRight" b="textAreaBottom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Freeform 26"/>
            <p:cNvSpPr/>
            <p:nvPr/>
          </p:nvSpPr>
          <p:spPr>
            <a:xfrm>
              <a:off x="66600" y="414972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Freeform 27"/>
            <p:cNvSpPr/>
            <p:nvPr/>
          </p:nvSpPr>
          <p:spPr>
            <a:xfrm>
              <a:off x="0" y="1644480"/>
              <a:ext cx="132840" cy="26964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269640"/>
                <a:gd name="textAreaBottom" fmla="*/ 270000 h 269640"/>
              </a:gdLst>
              <a:ahLst/>
              <a:cxnLst/>
              <a:rect l="textAreaLeft" t="textAreaTop" r="textAreaRight" b="textAreaBottom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Freeform 28"/>
            <p:cNvSpPr/>
            <p:nvPr/>
          </p:nvSpPr>
          <p:spPr>
            <a:xfrm>
              <a:off x="66600" y="14684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Freeform 29"/>
            <p:cNvSpPr/>
            <p:nvPr/>
          </p:nvSpPr>
          <p:spPr>
            <a:xfrm>
              <a:off x="695160" y="4680"/>
              <a:ext cx="309240" cy="1558440"/>
            </a:xfrm>
            <a:custGeom>
              <a:avLst/>
              <a:gdLst>
                <a:gd name="textAreaLeft" fmla="*/ 0 w 309240"/>
                <a:gd name="textAreaRight" fmla="*/ 309600 w 309240"/>
                <a:gd name="textAreaTop" fmla="*/ 0 h 1558440"/>
                <a:gd name="textAreaBottom" fmla="*/ 1558800 h 1558440"/>
              </a:gdLst>
              <a:ahLst/>
              <a:cxnLst/>
              <a:rect l="textAreaLeft" t="textAreaTop" r="textAreaRight" b="textAreaBottom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Freeform 30"/>
            <p:cNvSpPr/>
            <p:nvPr/>
          </p:nvSpPr>
          <p:spPr>
            <a:xfrm>
              <a:off x="57240" y="48816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Freeform 31"/>
            <p:cNvSpPr/>
            <p:nvPr/>
          </p:nvSpPr>
          <p:spPr>
            <a:xfrm>
              <a:off x="138240" y="5060880"/>
              <a:ext cx="304560" cy="1777680"/>
            </a:xfrm>
            <a:custGeom>
              <a:avLst/>
              <a:gdLst>
                <a:gd name="textAreaLeft" fmla="*/ 0 w 304560"/>
                <a:gd name="textAreaRight" fmla="*/ 304920 w 304560"/>
                <a:gd name="textAreaTop" fmla="*/ 0 h 1777680"/>
                <a:gd name="textAreaBottom" fmla="*/ 1778040 h 1777680"/>
              </a:gdLst>
              <a:ahLst/>
              <a:cxnLst/>
              <a:rect l="textAreaLeft" t="textAreaTop" r="textAreaRight" b="textAreaBottom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Freeform 32"/>
            <p:cNvSpPr/>
            <p:nvPr/>
          </p:nvSpPr>
          <p:spPr>
            <a:xfrm>
              <a:off x="561960" y="643104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Rectangle 33"/>
            <p:cNvSpPr/>
            <p:nvPr/>
          </p:nvSpPr>
          <p:spPr>
            <a:xfrm>
              <a:off x="642960" y="6610320"/>
              <a:ext cx="23400" cy="24264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Freeform 34"/>
            <p:cNvSpPr/>
            <p:nvPr/>
          </p:nvSpPr>
          <p:spPr>
            <a:xfrm>
              <a:off x="76320" y="643104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Freeform 35"/>
            <p:cNvSpPr/>
            <p:nvPr/>
          </p:nvSpPr>
          <p:spPr>
            <a:xfrm>
              <a:off x="0" y="5978520"/>
              <a:ext cx="190080" cy="46152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461520"/>
                <a:gd name="textAreaBottom" fmla="*/ 461880 h 461520"/>
              </a:gdLst>
              <a:ahLst/>
              <a:cxnLst/>
              <a:rect l="textAreaLeft" t="textAreaTop" r="textAreaRight" b="textAreaBottom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Freeform 36"/>
            <p:cNvSpPr/>
            <p:nvPr/>
          </p:nvSpPr>
          <p:spPr>
            <a:xfrm>
              <a:off x="1014480" y="1801800"/>
              <a:ext cx="213840" cy="75528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755280"/>
                <a:gd name="textAreaBottom" fmla="*/ 755640 h 755280"/>
              </a:gdLst>
              <a:ahLst/>
              <a:cxnLst/>
              <a:rect l="textAreaLeft" t="textAreaTop" r="textAreaRight" b="textAreaBottom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Freeform 37"/>
            <p:cNvSpPr/>
            <p:nvPr/>
          </p:nvSpPr>
          <p:spPr>
            <a:xfrm>
              <a:off x="938160" y="2548080"/>
              <a:ext cx="166320" cy="159840"/>
            </a:xfrm>
            <a:custGeom>
              <a:avLst/>
              <a:gdLst>
                <a:gd name="textAreaLeft" fmla="*/ 0 w 166320"/>
                <a:gd name="textAreaRight" fmla="*/ 166680 w 166320"/>
                <a:gd name="textAreaTop" fmla="*/ 0 h 159840"/>
                <a:gd name="textAreaBottom" fmla="*/ 160200 h 159840"/>
              </a:gdLst>
              <a:ahLst/>
              <a:cxnLst/>
              <a:rect l="textAreaLeft" t="textAreaTop" r="textAreaRight" b="textAreaBottom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Freeform 38"/>
            <p:cNvSpPr/>
            <p:nvPr/>
          </p:nvSpPr>
          <p:spPr>
            <a:xfrm>
              <a:off x="595440" y="4680"/>
              <a:ext cx="637920" cy="4025520"/>
            </a:xfrm>
            <a:custGeom>
              <a:avLst/>
              <a:gdLst>
                <a:gd name="textAreaLeft" fmla="*/ 0 w 637920"/>
                <a:gd name="textAreaRight" fmla="*/ 638280 w 637920"/>
                <a:gd name="textAreaTop" fmla="*/ 0 h 4025520"/>
                <a:gd name="textAreaBottom" fmla="*/ 4025880 h 4025520"/>
              </a:gdLst>
              <a:ahLst/>
              <a:cxnLst/>
              <a:rect l="textAreaLeft" t="textAreaTop" r="textAreaRight" b="textAreaBottom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Freeform 39"/>
            <p:cNvSpPr/>
            <p:nvPr/>
          </p:nvSpPr>
          <p:spPr>
            <a:xfrm>
              <a:off x="1224000" y="1382760"/>
              <a:ext cx="142560" cy="47592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475920"/>
                <a:gd name="textAreaBottom" fmla="*/ 476280 h 475920"/>
              </a:gdLst>
              <a:ahLst/>
              <a:cxn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Freeform 40"/>
            <p:cNvSpPr/>
            <p:nvPr/>
          </p:nvSpPr>
          <p:spPr>
            <a:xfrm>
              <a:off x="1300320" y="1849320"/>
              <a:ext cx="109080" cy="10764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Freeform 41"/>
            <p:cNvSpPr/>
            <p:nvPr/>
          </p:nvSpPr>
          <p:spPr>
            <a:xfrm>
              <a:off x="281160" y="3417840"/>
              <a:ext cx="142560" cy="47448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474480"/>
                <a:gd name="textAreaBottom" fmla="*/ 474840 h 474480"/>
              </a:gdLst>
              <a:ahLst/>
              <a:cxnLst/>
              <a:rect l="textAreaLeft" t="textAreaTop" r="textAreaRight" b="textAreaBottom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Freeform 42"/>
            <p:cNvSpPr/>
            <p:nvPr/>
          </p:nvSpPr>
          <p:spPr>
            <a:xfrm>
              <a:off x="237960" y="3882960"/>
              <a:ext cx="109080" cy="10908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9080"/>
                <a:gd name="textAreaBottom" fmla="*/ 109440 h 10908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Freeform 43"/>
            <p:cNvSpPr/>
            <p:nvPr/>
          </p:nvSpPr>
          <p:spPr>
            <a:xfrm>
              <a:off x="4680" y="2166840"/>
              <a:ext cx="114120" cy="452160"/>
            </a:xfrm>
            <a:custGeom>
              <a:avLst/>
              <a:gdLst>
                <a:gd name="textAreaLeft" fmla="*/ 0 w 114120"/>
                <a:gd name="textAreaRight" fmla="*/ 114480 w 114120"/>
                <a:gd name="textAreaTop" fmla="*/ 0 h 452160"/>
                <a:gd name="textAreaBottom" fmla="*/ 452520 h 452160"/>
              </a:gdLst>
              <a:ahLst/>
              <a:cxnLst/>
              <a:rect l="textAreaLeft" t="textAreaTop" r="textAreaRight" b="textAreaBottom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Freeform 44"/>
            <p:cNvSpPr/>
            <p:nvPr/>
          </p:nvSpPr>
          <p:spPr>
            <a:xfrm>
              <a:off x="52560" y="2066760"/>
              <a:ext cx="109080" cy="10908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9080"/>
                <a:gd name="textAreaBottom" fmla="*/ 109440 h 10908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Rectangle 45"/>
            <p:cNvSpPr/>
            <p:nvPr/>
          </p:nvSpPr>
          <p:spPr>
            <a:xfrm>
              <a:off x="1228680" y="4662360"/>
              <a:ext cx="23400" cy="21808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Freeform 46"/>
            <p:cNvSpPr/>
            <p:nvPr/>
          </p:nvSpPr>
          <p:spPr>
            <a:xfrm>
              <a:off x="1319040" y="5041800"/>
              <a:ext cx="371160" cy="18014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Freeform 47"/>
            <p:cNvSpPr/>
            <p:nvPr/>
          </p:nvSpPr>
          <p:spPr>
            <a:xfrm>
              <a:off x="1147680" y="4481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Freeform 48"/>
            <p:cNvSpPr/>
            <p:nvPr/>
          </p:nvSpPr>
          <p:spPr>
            <a:xfrm>
              <a:off x="819000" y="3983040"/>
              <a:ext cx="347400" cy="2860200"/>
            </a:xfrm>
            <a:custGeom>
              <a:avLst/>
              <a:gdLst>
                <a:gd name="textAreaLeft" fmla="*/ 0 w 347400"/>
                <a:gd name="textAreaRight" fmla="*/ 347760 w 347400"/>
                <a:gd name="textAreaTop" fmla="*/ 0 h 2860200"/>
                <a:gd name="textAreaBottom" fmla="*/ 2860560 h 2860200"/>
              </a:gdLst>
              <a:ahLst/>
              <a:cxnLst/>
              <a:rect l="textAreaLeft" t="textAreaTop" r="textAreaRight" b="textAreaBottom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Freeform 49"/>
            <p:cNvSpPr/>
            <p:nvPr/>
          </p:nvSpPr>
          <p:spPr>
            <a:xfrm>
              <a:off x="728640" y="380700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Freeform 50"/>
            <p:cNvSpPr/>
            <p:nvPr/>
          </p:nvSpPr>
          <p:spPr>
            <a:xfrm>
              <a:off x="1623960" y="48672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Freeform 51"/>
            <p:cNvSpPr/>
            <p:nvPr/>
          </p:nvSpPr>
          <p:spPr>
            <a:xfrm>
              <a:off x="1405080" y="5423040"/>
              <a:ext cx="371160" cy="14252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425240"/>
                <a:gd name="textAreaBottom" fmla="*/ 1425600 h 142524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Freeform 52"/>
            <p:cNvSpPr/>
            <p:nvPr/>
          </p:nvSpPr>
          <p:spPr>
            <a:xfrm>
              <a:off x="1666800" y="5945040"/>
              <a:ext cx="151920" cy="91260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12600"/>
                <a:gd name="textAreaBottom" fmla="*/ 912960 h 91260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Freeform 53"/>
            <p:cNvSpPr/>
            <p:nvPr/>
          </p:nvSpPr>
          <p:spPr>
            <a:xfrm>
              <a:off x="1709640" y="5246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Freeform 54"/>
            <p:cNvSpPr/>
            <p:nvPr/>
          </p:nvSpPr>
          <p:spPr>
            <a:xfrm>
              <a:off x="1709640" y="57643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Freeform 55"/>
            <p:cNvSpPr/>
            <p:nvPr/>
          </p:nvSpPr>
          <p:spPr>
            <a:xfrm>
              <a:off x="1766880" y="6330960"/>
              <a:ext cx="418680" cy="526680"/>
            </a:xfrm>
            <a:custGeom>
              <a:avLst/>
              <a:gdLst>
                <a:gd name="textAreaLeft" fmla="*/ 0 w 418680"/>
                <a:gd name="textAreaRight" fmla="*/ 419040 w 418680"/>
                <a:gd name="textAreaTop" fmla="*/ 0 h 526680"/>
                <a:gd name="textAreaBottom" fmla="*/ 527040 h 526680"/>
              </a:gdLst>
              <a:ahLst/>
              <a:cxnLst/>
              <a:rect l="textAreaLeft" t="textAreaTop" r="textAreaRight" b="textAreaBottom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Freeform 56"/>
            <p:cNvSpPr/>
            <p:nvPr/>
          </p:nvSpPr>
          <p:spPr>
            <a:xfrm>
              <a:off x="2147760" y="6221520"/>
              <a:ext cx="156960" cy="14724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0 h 147240"/>
                <a:gd name="textAreaBottom" fmla="*/ 147600 h 147240"/>
              </a:gdLst>
              <a:ahLst/>
              <a:cxn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Freeform 57"/>
            <p:cNvSpPr/>
            <p:nvPr/>
          </p:nvSpPr>
          <p:spPr>
            <a:xfrm>
              <a:off x="504720" y="9360"/>
              <a:ext cx="232920" cy="5103360"/>
            </a:xfrm>
            <a:custGeom>
              <a:avLst/>
              <a:gdLst>
                <a:gd name="textAreaLeft" fmla="*/ 0 w 232920"/>
                <a:gd name="textAreaRight" fmla="*/ 233280 w 232920"/>
                <a:gd name="textAreaTop" fmla="*/ 0 h 5103360"/>
                <a:gd name="textAreaBottom" fmla="*/ 5103720 h 5103360"/>
              </a:gdLst>
              <a:ahLst/>
              <a:cxnLst/>
              <a:rect l="textAreaLeft" t="textAreaTop" r="textAreaRight" b="textAreaBottom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Freeform 58"/>
            <p:cNvSpPr/>
            <p:nvPr/>
          </p:nvSpPr>
          <p:spPr>
            <a:xfrm>
              <a:off x="633240" y="5103720"/>
              <a:ext cx="185400" cy="185400"/>
            </a:xfrm>
            <a:custGeom>
              <a:avLst/>
              <a:gdLst>
                <a:gd name="textAreaLeft" fmla="*/ 0 w 185400"/>
                <a:gd name="textAreaRight" fmla="*/ 185760 w 185400"/>
                <a:gd name="textAreaTop" fmla="*/ 0 h 185400"/>
                <a:gd name="textAreaBottom" fmla="*/ 185760 h 185400"/>
              </a:gdLst>
              <a:ahLst/>
              <a:cxnLst/>
              <a:rect l="textAreaLeft" t="textAreaTop" r="textAreaRight" b="textAreaBottom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1876320" y="1122480"/>
            <a:ext cx="879120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defRPr lang="en-US" sz="48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8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48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dt" idx="1"/>
          </p:nvPr>
        </p:nvSpPr>
        <p:spPr>
          <a:xfrm>
            <a:off x="7077600" y="541008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ftr" idx="2"/>
          </p:nvPr>
        </p:nvSpPr>
        <p:spPr>
          <a:xfrm>
            <a:off x="1876320" y="5410080"/>
            <a:ext cx="51246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sldNum" idx="3"/>
          </p:nvPr>
        </p:nvSpPr>
        <p:spPr>
          <a:xfrm>
            <a:off x="9896760" y="541008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B8C7842-A8DE-4926-BEA0-0BA5A85ECB4A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  <a:lvl6pPr lvl="5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6pPr>
            <a:lvl7pPr lvl="6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7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the outline text format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864000" lvl="1" indent="-324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296000" lvl="2" indent="-288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728000" lvl="3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160000" lvl="4" indent="-2160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592000" lvl="5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3024000" lvl="6" indent="-216000" algn="l" defTabSz="9144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2" name="Picture 2" descr="\\DROBO-FS\QuickDrops\JB\PPTX NG\Droplets\LightingOverlay.png"/>
          <p:cNvPicPr/>
          <p:nvPr/>
        </p:nvPicPr>
        <p:blipFill>
          <a:blip r:embed="rId2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63" name="Group 7"/>
          <p:cNvGrpSpPr/>
          <p:nvPr/>
        </p:nvGrpSpPr>
        <p:grpSpPr>
          <a:xfrm>
            <a:off x="-14400" y="0"/>
            <a:ext cx="12053520" cy="6857640"/>
            <a:chOff x="-14400" y="0"/>
            <a:chExt cx="12053520" cy="6857640"/>
          </a:xfrm>
        </p:grpSpPr>
        <p:grpSp>
          <p:nvGrpSpPr>
            <p:cNvPr id="864" name="Group 8"/>
            <p:cNvGrpSpPr/>
            <p:nvPr/>
          </p:nvGrpSpPr>
          <p:grpSpPr>
            <a:xfrm>
              <a:off x="-14400" y="0"/>
              <a:ext cx="1220760" cy="6857640"/>
              <a:chOff x="-14400" y="0"/>
              <a:chExt cx="1220760" cy="6857640"/>
            </a:xfrm>
          </p:grpSpPr>
          <p:sp>
            <p:nvSpPr>
              <p:cNvPr id="865" name="Rectangle 5"/>
              <p:cNvSpPr/>
              <p:nvPr/>
            </p:nvSpPr>
            <p:spPr>
              <a:xfrm>
                <a:off x="114480" y="468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6" name="Freeform 6"/>
              <p:cNvSpPr/>
              <p:nvPr/>
            </p:nvSpPr>
            <p:spPr>
              <a:xfrm>
                <a:off x="33480" y="217656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7" name="Freeform 7"/>
              <p:cNvSpPr/>
              <p:nvPr/>
            </p:nvSpPr>
            <p:spPr>
              <a:xfrm>
                <a:off x="28440" y="4021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8" name="Freeform 8"/>
              <p:cNvSpPr/>
              <p:nvPr/>
            </p:nvSpPr>
            <p:spPr>
              <a:xfrm>
                <a:off x="200160" y="4680"/>
                <a:ext cx="369360" cy="181080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10800"/>
                  <a:gd name="textAreaBottom" fmla="*/ 1811160 h 1810800"/>
                </a:gdLst>
                <a:ahLst/>
                <a:cxnLst/>
                <a:rect l="textAreaLeft" t="textAreaTop" r="textAreaRight" b="textAreaBottom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9" name="Freeform 9"/>
              <p:cNvSpPr/>
              <p:nvPr/>
            </p:nvSpPr>
            <p:spPr>
              <a:xfrm>
                <a:off x="503280" y="18018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0" name="Freeform 10"/>
              <p:cNvSpPr/>
              <p:nvPr/>
            </p:nvSpPr>
            <p:spPr>
              <a:xfrm>
                <a:off x="285840" y="4680"/>
                <a:ext cx="369360" cy="142992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429920"/>
                  <a:gd name="textAreaBottom" fmla="*/ 1430280 h 1429920"/>
                </a:gdLst>
                <a:ahLst/>
                <a:cxnLst/>
                <a:rect l="textAreaLeft" t="textAreaTop" r="textAreaRight" b="textAreaBottom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1" name="Freeform 11"/>
              <p:cNvSpPr/>
              <p:nvPr/>
            </p:nvSpPr>
            <p:spPr>
              <a:xfrm>
                <a:off x="546120" y="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2" name="Freeform 12"/>
              <p:cNvSpPr/>
              <p:nvPr/>
            </p:nvSpPr>
            <p:spPr>
              <a:xfrm>
                <a:off x="588960" y="14209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3" name="Freeform 13"/>
              <p:cNvSpPr/>
              <p:nvPr/>
            </p:nvSpPr>
            <p:spPr>
              <a:xfrm>
                <a:off x="588960" y="9032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4" name="Freeform 14"/>
              <p:cNvSpPr/>
              <p:nvPr/>
            </p:nvSpPr>
            <p:spPr>
              <a:xfrm>
                <a:off x="641520" y="0"/>
                <a:ext cx="421920" cy="526680"/>
              </a:xfrm>
              <a:custGeom>
                <a:avLst/>
                <a:gdLst>
                  <a:gd name="textAreaLeft" fmla="*/ 0 w 421920"/>
                  <a:gd name="textAreaRight" fmla="*/ 422280 w 421920"/>
                  <a:gd name="textAreaTop" fmla="*/ 0 h 526680"/>
                  <a:gd name="textAreaBottom" fmla="*/ 527040 h 526680"/>
                </a:gdLst>
                <a:ahLst/>
                <a:cxnLst/>
                <a:rect l="textAreaLeft" t="textAreaTop" r="textAreaRight" b="textAreaBottom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5" name="Freeform 15"/>
              <p:cNvSpPr/>
              <p:nvPr/>
            </p:nvSpPr>
            <p:spPr>
              <a:xfrm>
                <a:off x="1020600" y="488880"/>
                <a:ext cx="161640" cy="147240"/>
              </a:xfrm>
              <a:custGeom>
                <a:avLst/>
                <a:gdLst>
                  <a:gd name="textAreaLeft" fmla="*/ 0 w 161640"/>
                  <a:gd name="textAreaRight" fmla="*/ 162000 w 16164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6" name="Line 16"/>
              <p:cNvSpPr/>
              <p:nvPr/>
            </p:nvSpPr>
            <p:spPr>
              <a:xfrm>
                <a:off x="-4680" y="9360"/>
                <a:ext cx="360" cy="360"/>
              </a:xfrm>
              <a:prstGeom prst="line">
                <a:avLst/>
              </a:prstGeom>
              <a:ln w="15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-44640" rIns="90000" bIns="-44640" anchor="t" anchorCtr="1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7" name="Freeform 17"/>
              <p:cNvSpPr/>
              <p:nvPr/>
            </p:nvSpPr>
            <p:spPr>
              <a:xfrm>
                <a:off x="9360" y="1801800"/>
                <a:ext cx="123480" cy="126720"/>
              </a:xfrm>
              <a:custGeom>
                <a:avLst/>
                <a:gdLst>
                  <a:gd name="textAreaLeft" fmla="*/ 0 w 123480"/>
                  <a:gd name="textAreaRight" fmla="*/ 123840 w 123480"/>
                  <a:gd name="textAreaTop" fmla="*/ 0 h 126720"/>
                  <a:gd name="textAreaBottom" fmla="*/ 127080 h 126720"/>
                </a:gdLst>
                <a:ahLst/>
                <a:cxnLst/>
                <a:rect l="textAreaLeft" t="textAreaTop" r="textAreaRight" b="textAreaBottom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8" name="Freeform 18"/>
              <p:cNvSpPr/>
              <p:nvPr/>
            </p:nvSpPr>
            <p:spPr>
              <a:xfrm>
                <a:off x="-9360" y="3549600"/>
                <a:ext cx="147240" cy="480600"/>
              </a:xfrm>
              <a:custGeom>
                <a:avLst/>
                <a:gdLst>
                  <a:gd name="textAreaLeft" fmla="*/ 0 w 147240"/>
                  <a:gd name="textAreaRight" fmla="*/ 147600 w 147240"/>
                  <a:gd name="textAreaTop" fmla="*/ 0 h 480600"/>
                  <a:gd name="textAreaBottom" fmla="*/ 480960 h 480600"/>
                </a:gdLst>
                <a:ahLst/>
                <a:cxnLst/>
                <a:rect l="textAreaLeft" t="textAreaTop" r="textAreaRight" b="textAreaBottom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9" name="Freeform 19"/>
              <p:cNvSpPr/>
              <p:nvPr/>
            </p:nvSpPr>
            <p:spPr>
              <a:xfrm>
                <a:off x="128520" y="1382760"/>
                <a:ext cx="142560" cy="475920"/>
              </a:xfrm>
              <a:custGeom>
                <a:avLst/>
                <a:gdLst>
                  <a:gd name="textAreaLeft" fmla="*/ 0 w 142560"/>
                  <a:gd name="textAreaRight" fmla="*/ 142920 w 142560"/>
                  <a:gd name="textAreaTop" fmla="*/ 0 h 475920"/>
                  <a:gd name="textAreaBottom" fmla="*/ 476280 h 475920"/>
                </a:gdLst>
                <a:ahLst/>
                <a:cxnLst/>
                <a:rect l="textAreaLeft" t="textAreaTop" r="textAreaRight" b="textAreaBottom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0" name="Freeform 20"/>
              <p:cNvSpPr/>
              <p:nvPr/>
            </p:nvSpPr>
            <p:spPr>
              <a:xfrm>
                <a:off x="204840" y="1849320"/>
                <a:ext cx="114120" cy="107640"/>
              </a:xfrm>
              <a:custGeom>
                <a:avLst/>
                <a:gdLst>
                  <a:gd name="textAreaLeft" fmla="*/ 0 w 114120"/>
                  <a:gd name="textAreaRight" fmla="*/ 114480 w 114120"/>
                  <a:gd name="textAreaTop" fmla="*/ 0 h 107640"/>
                  <a:gd name="textAreaBottom" fmla="*/ 108000 h 107640"/>
                </a:gdLst>
                <a:ahLst/>
                <a:cxnLst/>
                <a:rect l="textAreaLeft" t="textAreaTop" r="textAreaRight" b="textAreaBottom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1" name="Rectangle 21"/>
              <p:cNvSpPr/>
              <p:nvPr/>
            </p:nvSpPr>
            <p:spPr>
              <a:xfrm>
                <a:off x="133200" y="4662360"/>
                <a:ext cx="23400" cy="2180880"/>
              </a:xfrm>
              <a:prstGeom prst="rect">
                <a:avLst/>
              </a:pr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2" name="Freeform 22"/>
              <p:cNvSpPr/>
              <p:nvPr/>
            </p:nvSpPr>
            <p:spPr>
              <a:xfrm>
                <a:off x="223920" y="5041800"/>
                <a:ext cx="369360" cy="1801440"/>
              </a:xfrm>
              <a:custGeom>
                <a:avLst/>
                <a:gdLst>
                  <a:gd name="textAreaLeft" fmla="*/ 0 w 369360"/>
                  <a:gd name="textAreaRight" fmla="*/ 369720 w 36936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3" name="Freeform 23"/>
              <p:cNvSpPr/>
              <p:nvPr/>
            </p:nvSpPr>
            <p:spPr>
              <a:xfrm>
                <a:off x="52560" y="4481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4" name="Freeform 24"/>
              <p:cNvSpPr/>
              <p:nvPr/>
            </p:nvSpPr>
            <p:spPr>
              <a:xfrm>
                <a:off x="-14400" y="5627520"/>
                <a:ext cx="85320" cy="12157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1215720"/>
                  <a:gd name="textAreaBottom" fmla="*/ 1216080 h 1215720"/>
                </a:gdLst>
                <a:ahLst/>
                <a:cxnLst/>
                <a:rect l="textAreaLeft" t="textAreaTop" r="textAreaRight" b="textAreaBottom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5" name="Freeform 25"/>
              <p:cNvSpPr/>
              <p:nvPr/>
            </p:nvSpPr>
            <p:spPr>
              <a:xfrm>
                <a:off x="527040" y="486720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6" name="Freeform 26"/>
              <p:cNvSpPr/>
              <p:nvPr/>
            </p:nvSpPr>
            <p:spPr>
              <a:xfrm>
                <a:off x="309600" y="5423040"/>
                <a:ext cx="374400" cy="1425240"/>
              </a:xfrm>
              <a:custGeom>
                <a:avLst/>
                <a:gdLst>
                  <a:gd name="textAreaLeft" fmla="*/ 0 w 374400"/>
                  <a:gd name="textAreaRight" fmla="*/ 374760 w 374400"/>
                  <a:gd name="textAreaTop" fmla="*/ 0 h 1425240"/>
                  <a:gd name="textAreaBottom" fmla="*/ 1425600 h 1425240"/>
                </a:gdLst>
                <a:ahLst/>
                <a:cxnLst/>
                <a:rect l="textAreaLeft" t="textAreaTop" r="textAreaRight" b="textAreaBottom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7" name="Freeform 27"/>
              <p:cNvSpPr/>
              <p:nvPr/>
            </p:nvSpPr>
            <p:spPr>
              <a:xfrm>
                <a:off x="569880" y="5945040"/>
                <a:ext cx="151920" cy="912600"/>
              </a:xfrm>
              <a:custGeom>
                <a:avLst/>
                <a:gdLst>
                  <a:gd name="textAreaLeft" fmla="*/ 0 w 151920"/>
                  <a:gd name="textAreaRight" fmla="*/ 152280 w 151920"/>
                  <a:gd name="textAreaTop" fmla="*/ 0 h 912600"/>
                  <a:gd name="textAreaBottom" fmla="*/ 912960 h 912600"/>
                </a:gdLst>
                <a:ahLst/>
                <a:cxnLst/>
                <a:rect l="textAreaLeft" t="textAreaTop" r="textAreaRight" b="textAreaBottom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8" name="Freeform 28"/>
              <p:cNvSpPr/>
              <p:nvPr/>
            </p:nvSpPr>
            <p:spPr>
              <a:xfrm>
                <a:off x="612720" y="524664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9" name="Freeform 29"/>
              <p:cNvSpPr/>
              <p:nvPr/>
            </p:nvSpPr>
            <p:spPr>
              <a:xfrm>
                <a:off x="612720" y="5764320"/>
                <a:ext cx="190080" cy="19008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0" name="Freeform 30"/>
              <p:cNvSpPr/>
              <p:nvPr/>
            </p:nvSpPr>
            <p:spPr>
              <a:xfrm>
                <a:off x="669960" y="6330960"/>
                <a:ext cx="417240" cy="51732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7320"/>
                  <a:gd name="textAreaBottom" fmla="*/ 517680 h 517320"/>
                </a:gdLst>
                <a:ahLst/>
                <a:cxnLst/>
                <a:rect l="textAreaLeft" t="textAreaTop" r="textAreaRight" b="textAreaBottom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1" name="Freeform 31"/>
              <p:cNvSpPr/>
              <p:nvPr/>
            </p:nvSpPr>
            <p:spPr>
              <a:xfrm>
                <a:off x="1049400" y="6221520"/>
                <a:ext cx="156960" cy="14724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47240"/>
                  <a:gd name="textAreaBottom" fmla="*/ 147600 h 147240"/>
                </a:gdLst>
                <a:ahLst/>
                <a:cxnLst/>
                <a:rect l="textAreaLeft" t="textAreaTop" r="textAreaRight" b="textAreaBottom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/>
                  </a:gs>
                  <a:gs pos="100000">
                    <a:srgbClr val="40AFFF"/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892" name="Group 9"/>
            <p:cNvGrpSpPr/>
            <p:nvPr/>
          </p:nvGrpSpPr>
          <p:grpSpPr>
            <a:xfrm>
              <a:off x="11364840" y="0"/>
              <a:ext cx="674280" cy="6848280"/>
              <a:chOff x="11364840" y="0"/>
              <a:chExt cx="674280" cy="6848280"/>
            </a:xfrm>
          </p:grpSpPr>
          <p:sp>
            <p:nvSpPr>
              <p:cNvPr id="893" name="Freeform 32"/>
              <p:cNvSpPr/>
              <p:nvPr/>
            </p:nvSpPr>
            <p:spPr>
              <a:xfrm>
                <a:off x="11484000" y="0"/>
                <a:ext cx="417240" cy="512280"/>
              </a:xfrm>
              <a:custGeom>
                <a:avLst/>
                <a:gdLst>
                  <a:gd name="textAreaLeft" fmla="*/ 0 w 417240"/>
                  <a:gd name="textAreaRight" fmla="*/ 417600 w 417240"/>
                  <a:gd name="textAreaTop" fmla="*/ 0 h 512280"/>
                  <a:gd name="textAreaBottom" fmla="*/ 512640 h 512280"/>
                </a:gdLst>
                <a:ahLst/>
                <a:cxnLst/>
                <a:rect l="textAreaLeft" t="textAreaTop" r="textAreaRight" b="textAreaBottom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4" name="Freeform 33"/>
              <p:cNvSpPr/>
              <p:nvPr/>
            </p:nvSpPr>
            <p:spPr>
              <a:xfrm>
                <a:off x="11364840" y="474840"/>
                <a:ext cx="156960" cy="15192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1920"/>
                  <a:gd name="textAreaBottom" fmla="*/ 152280 h 151920"/>
                </a:gdLst>
                <a:ahLst/>
                <a:cxnLst/>
                <a:rect l="textAreaLeft" t="textAreaTop" r="textAreaRight" b="textAreaBottom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5" name="Freeform 34"/>
              <p:cNvSpPr/>
              <p:nvPr/>
            </p:nvSpPr>
            <p:spPr>
              <a:xfrm>
                <a:off x="11631600" y="1539720"/>
                <a:ext cx="188640" cy="19008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90080"/>
                  <a:gd name="textAreaBottom" fmla="*/ 190440 h 19008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6" name="Freeform 35"/>
              <p:cNvSpPr/>
              <p:nvPr/>
            </p:nvSpPr>
            <p:spPr>
              <a:xfrm>
                <a:off x="11531520" y="5694480"/>
                <a:ext cx="298080" cy="1153800"/>
              </a:xfrm>
              <a:custGeom>
                <a:avLst/>
                <a:gdLst>
                  <a:gd name="textAreaLeft" fmla="*/ 0 w 298080"/>
                  <a:gd name="textAreaRight" fmla="*/ 298440 w 298080"/>
                  <a:gd name="textAreaTop" fmla="*/ 0 h 1153800"/>
                  <a:gd name="textAreaBottom" fmla="*/ 1154160 h 1153800"/>
                </a:gdLst>
                <a:ahLst/>
                <a:cxnLst/>
                <a:rect l="textAreaLeft" t="textAreaTop" r="textAreaRight" b="textAreaBottom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7" name="Freeform 36"/>
              <p:cNvSpPr/>
              <p:nvPr/>
            </p:nvSpPr>
            <p:spPr>
              <a:xfrm>
                <a:off x="11773080" y="5551560"/>
                <a:ext cx="156960" cy="155160"/>
              </a:xfrm>
              <a:custGeom>
                <a:avLst/>
                <a:gdLst>
                  <a:gd name="textAreaLeft" fmla="*/ 0 w 156960"/>
                  <a:gd name="textAreaRight" fmla="*/ 157320 w 156960"/>
                  <a:gd name="textAreaTop" fmla="*/ 0 h 155160"/>
                  <a:gd name="textAreaBottom" fmla="*/ 155520 h 155160"/>
                </a:gdLst>
                <a:ahLst/>
                <a:cxnLst/>
                <a:rect l="textAreaLeft" t="textAreaTop" r="textAreaRight" b="textAreaBottom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8" name="Freeform 37"/>
              <p:cNvSpPr/>
              <p:nvPr/>
            </p:nvSpPr>
            <p:spPr>
              <a:xfrm>
                <a:off x="11711160" y="4680"/>
                <a:ext cx="304560" cy="1544400"/>
              </a:xfrm>
              <a:custGeom>
                <a:avLst/>
                <a:gdLst>
                  <a:gd name="textAreaLeft" fmla="*/ 0 w 304560"/>
                  <a:gd name="textAreaRight" fmla="*/ 304920 w 304560"/>
                  <a:gd name="textAreaTop" fmla="*/ 0 h 1544400"/>
                  <a:gd name="textAreaBottom" fmla="*/ 1544760 h 1544400"/>
                </a:gdLst>
                <a:ahLst/>
                <a:cxnLst/>
                <a:rect l="textAreaLeft" t="textAreaTop" r="textAreaRight" b="textAreaBottom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9" name="Freeform 38"/>
              <p:cNvSpPr/>
              <p:nvPr/>
            </p:nvSpPr>
            <p:spPr>
              <a:xfrm>
                <a:off x="11636280" y="4867200"/>
                <a:ext cx="188640" cy="188640"/>
              </a:xfrm>
              <a:custGeom>
                <a:avLst/>
                <a:gdLst>
                  <a:gd name="textAreaLeft" fmla="*/ 0 w 188640"/>
                  <a:gd name="textAreaRight" fmla="*/ 189000 w 18864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0" name="Freeform 39"/>
              <p:cNvSpPr/>
              <p:nvPr/>
            </p:nvSpPr>
            <p:spPr>
              <a:xfrm>
                <a:off x="11441160" y="5046840"/>
                <a:ext cx="307440" cy="1801440"/>
              </a:xfrm>
              <a:custGeom>
                <a:avLst/>
                <a:gdLst>
                  <a:gd name="textAreaLeft" fmla="*/ 0 w 307440"/>
                  <a:gd name="textAreaRight" fmla="*/ 307800 w 307440"/>
                  <a:gd name="textAreaTop" fmla="*/ 0 h 1801440"/>
                  <a:gd name="textAreaBottom" fmla="*/ 1801800 h 1801440"/>
                </a:gdLst>
                <a:ahLst/>
                <a:cxnLst/>
                <a:rect l="textAreaLeft" t="textAreaTop" r="textAreaRight" b="textAreaBottom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1" name="Freeform 40"/>
              <p:cNvSpPr/>
              <p:nvPr/>
            </p:nvSpPr>
            <p:spPr>
              <a:xfrm>
                <a:off x="11849040" y="6416640"/>
                <a:ext cx="190080" cy="188640"/>
              </a:xfrm>
              <a:custGeom>
                <a:avLst/>
                <a:gdLst>
                  <a:gd name="textAreaLeft" fmla="*/ 0 w 190080"/>
                  <a:gd name="textAreaRight" fmla="*/ 190440 w 190080"/>
                  <a:gd name="textAreaTop" fmla="*/ 0 h 188640"/>
                  <a:gd name="textAreaBottom" fmla="*/ 189000 h 188640"/>
                </a:gdLst>
                <a:ahLst/>
                <a:cxnLst/>
                <a:rect l="textAreaLeft" t="textAreaTop" r="textAreaRight" b="textAreaBottom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2" name="Rectangle 41"/>
              <p:cNvSpPr/>
              <p:nvPr/>
            </p:nvSpPr>
            <p:spPr>
              <a:xfrm>
                <a:off x="11939760" y="6595920"/>
                <a:ext cx="23400" cy="252000"/>
              </a:xfrm>
              <a:prstGeom prst="rect">
                <a:avLst/>
              </a:prstGeom>
              <a:gradFill rotWithShape="0">
                <a:gsLst>
                  <a:gs pos="0">
                    <a:srgbClr val="000000">
                      <a:alpha val="80000"/>
                    </a:srgbClr>
                  </a:gs>
                  <a:gs pos="100000">
                    <a:srgbClr val="40AFFF">
                      <a:alpha val="60000"/>
                    </a:srgbClr>
                  </a:gs>
                </a:gsLst>
                <a:lin ang="5400000"/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03" name="PlaceHolder 1"/>
          <p:cNvSpPr>
            <a:spLocks noGrp="1"/>
          </p:cNvSpPr>
          <p:nvPr>
            <p:ph type="title"/>
          </p:nvPr>
        </p:nvSpPr>
        <p:spPr>
          <a:xfrm>
            <a:off x="1141560" y="618480"/>
            <a:ext cx="990576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 cap="all">
                <a:solidFill>
                  <a:schemeClr val="dk1"/>
                </a:solidFill>
                <a:effectLst/>
                <a:uFillTx/>
                <a:latin typeface="Tw Cen MT"/>
              </a:rPr>
              <a:t>Click to edit Master title style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904" name="PlaceHolder 2"/>
          <p:cNvSpPr>
            <a:spLocks noGrp="1"/>
          </p:cNvSpPr>
          <p:nvPr>
            <p:ph type="body"/>
          </p:nvPr>
        </p:nvSpPr>
        <p:spPr>
          <a:xfrm>
            <a:off x="1141560" y="2249640"/>
            <a:ext cx="487800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905" name="PlaceHolder 3"/>
          <p:cNvSpPr>
            <a:spLocks noGrp="1"/>
          </p:cNvSpPr>
          <p:nvPr>
            <p:ph type="body"/>
          </p:nvPr>
        </p:nvSpPr>
        <p:spPr>
          <a:xfrm>
            <a:off x="6172200" y="2249640"/>
            <a:ext cx="4874760" cy="354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1pPr>
            <a:lvl2pPr lvl="1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2pPr>
            <a:lvl3pPr lvl="2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3pPr>
            <a:lvl4pPr lvl="3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4pPr>
            <a:lvl5pPr lvl="4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defRPr>
            </a:lvl5pPr>
          </a:lstStyle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685800" lvl="1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143000" lvl="2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1600200" lvl="3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057400" lvl="4" indent="-228600" algn="l" defTabSz="914400">
              <a:lnSpc>
                <a:spcPct val="120000"/>
              </a:lnSpc>
              <a:spcBef>
                <a:spcPts val="499"/>
              </a:spcBef>
              <a:buClr>
                <a:srgbClr val="000000"/>
              </a:buClr>
              <a:buSzPct val="125000"/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906" name="PlaceHolder 4"/>
          <p:cNvSpPr>
            <a:spLocks noGrp="1"/>
          </p:cNvSpPr>
          <p:nvPr>
            <p:ph type="dt" idx="52"/>
          </p:nvPr>
        </p:nvSpPr>
        <p:spPr>
          <a:xfrm>
            <a:off x="7457040" y="58831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&lt;date/time&gt;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PlaceHolder 5"/>
          <p:cNvSpPr>
            <a:spLocks noGrp="1"/>
          </p:cNvSpPr>
          <p:nvPr>
            <p:ph type="ftr" idx="53"/>
          </p:nvPr>
        </p:nvSpPr>
        <p:spPr>
          <a:xfrm>
            <a:off x="1141560" y="5883120"/>
            <a:ext cx="62388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PlaceHolder 6"/>
          <p:cNvSpPr>
            <a:spLocks noGrp="1"/>
          </p:cNvSpPr>
          <p:nvPr>
            <p:ph type="sldNum" idx="54"/>
          </p:nvPr>
        </p:nvSpPr>
        <p:spPr>
          <a:xfrm>
            <a:off x="10276200" y="5883120"/>
            <a:ext cx="770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C04BCB0-0061-40DA-9D61-EC77FA7F5F67}" type="slidenum">
              <a:rPr lang="en-US" sz="105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w Cen MT"/>
              </a:rPr>
              <a:t>&lt;number&gt;</a:t>
            </a:fld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3"/>
    <p:sldLayoutId id="2147483669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EAF1FF"/>
            </a:gs>
            <a:gs pos="50000">
              <a:srgbClr val="4583FF"/>
            </a:gs>
            <a:gs pos="66000">
              <a:srgbClr val="0036A2">
                <a:alpha val="0"/>
              </a:srgbClr>
            </a:gs>
            <a:gs pos="100000">
              <a:srgbClr val="83ACFF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Pictur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15" name="Group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2304720" cy="6857640"/>
            <a:chOff x="0" y="0"/>
            <a:chExt cx="2304720" cy="6857640"/>
          </a:xfrm>
        </p:grpSpPr>
        <p:sp>
          <p:nvSpPr>
            <p:cNvPr id="916" name="Rectangle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09600" y="4680"/>
              <a:ext cx="23400" cy="21808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17" name="Freeform 1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28600" y="217656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18" name="Freeform 1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23920" y="40212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19" name="Rectangle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4360" y="9360"/>
              <a:ext cx="28080" cy="44812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20" name="Freeform 1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3360" y="4481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21" name="Freeform 1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90440" y="9360"/>
              <a:ext cx="151920" cy="90756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22" name="Freeform 1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90600" y="14400"/>
              <a:ext cx="375840" cy="1801440"/>
            </a:xfrm>
            <a:custGeom>
              <a:avLst/>
              <a:gdLst>
                <a:gd name="textAreaLeft" fmla="*/ 0 w 375840"/>
                <a:gd name="textAreaRight" fmla="*/ 376200 w 37584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23" name="Freeform 1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00200" y="18018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24" name="Freeform 1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80960" y="9360"/>
              <a:ext cx="371160" cy="14252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425240"/>
                <a:gd name="textAreaBottom" fmla="*/ 1425600 h 142524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25" name="Freeform 1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43040" y="0"/>
              <a:ext cx="151920" cy="91260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12600"/>
                <a:gd name="textAreaBottom" fmla="*/ 912960 h 91260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26" name="Freeform 12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85880" y="14209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27" name="Freeform 12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8588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28" name="Freeform 13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43120" y="4680"/>
              <a:ext cx="418680" cy="522000"/>
            </a:xfrm>
            <a:custGeom>
              <a:avLst/>
              <a:gdLst>
                <a:gd name="textAreaLeft" fmla="*/ 0 w 418680"/>
                <a:gd name="textAreaRight" fmla="*/ 419040 w 418680"/>
                <a:gd name="textAreaTop" fmla="*/ 0 h 522000"/>
                <a:gd name="textAreaBottom" fmla="*/ 522360 h 522000"/>
              </a:gdLst>
              <a:ahLst/>
              <a:cxnLst/>
              <a:rect l="textAreaLeft" t="textAreaTop" r="textAreaRight" b="textAreaBottom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29" name="Freeform 13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19320" y="488880"/>
              <a:ext cx="161640" cy="147240"/>
            </a:xfrm>
            <a:custGeom>
              <a:avLst/>
              <a:gdLst>
                <a:gd name="textAreaLeft" fmla="*/ 0 w 161640"/>
                <a:gd name="textAreaRight" fmla="*/ 162000 w 161640"/>
                <a:gd name="textAreaTop" fmla="*/ 0 h 147240"/>
                <a:gd name="textAreaBottom" fmla="*/ 147600 h 147240"/>
              </a:gdLst>
              <a:ahLst/>
              <a:cxn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30" name="Freeform 13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52560" y="4680"/>
              <a:ext cx="151920" cy="90756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31" name="Freeform 13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6688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32" name="Freeform 13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90640" y="15541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33" name="Freeform 13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8360" y="5622840"/>
              <a:ext cx="337680" cy="1215720"/>
            </a:xfrm>
            <a:custGeom>
              <a:avLst/>
              <a:gdLst>
                <a:gd name="textAreaLeft" fmla="*/ 0 w 337680"/>
                <a:gd name="textAreaRight" fmla="*/ 338040 w 337680"/>
                <a:gd name="textAreaTop" fmla="*/ 0 h 1215720"/>
                <a:gd name="textAreaBottom" fmla="*/ 1216080 h 1215720"/>
              </a:gdLst>
              <a:ahLst/>
              <a:cxnLst/>
              <a:rect l="textAreaLeft" t="textAreaTop" r="textAreaRight" b="textAreaBottom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34" name="Freeform 13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7640" y="5479920"/>
              <a:ext cx="156960" cy="15696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0 h 156960"/>
                <a:gd name="textAreaBottom" fmla="*/ 157320 h 15696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35" name="Freeform 13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36" name="Freeform 13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897360"/>
              <a:ext cx="132840" cy="26640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266400"/>
                <a:gd name="textAreaBottom" fmla="*/ 266760 h 266400"/>
              </a:gdLst>
              <a:ahLst/>
              <a:cxnLst/>
              <a:rect l="textAreaLeft" t="textAreaTop" r="textAreaRight" b="textAreaBottom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37" name="Freeform 13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14972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38" name="Freeform 14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1644480"/>
              <a:ext cx="132840" cy="26964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269640"/>
                <a:gd name="textAreaBottom" fmla="*/ 270000 h 269640"/>
              </a:gdLst>
              <a:ahLst/>
              <a:cxnLst/>
              <a:rect l="textAreaLeft" t="textAreaTop" r="textAreaRight" b="textAreaBottom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39" name="Freeform 14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14684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40" name="Freeform 14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5160" y="4680"/>
              <a:ext cx="309240" cy="1558440"/>
            </a:xfrm>
            <a:custGeom>
              <a:avLst/>
              <a:gdLst>
                <a:gd name="textAreaLeft" fmla="*/ 0 w 309240"/>
                <a:gd name="textAreaRight" fmla="*/ 309600 w 309240"/>
                <a:gd name="textAreaTop" fmla="*/ 0 h 1558440"/>
                <a:gd name="textAreaBottom" fmla="*/ 1558800 h 1558440"/>
              </a:gdLst>
              <a:ahLst/>
              <a:cxnLst/>
              <a:rect l="textAreaLeft" t="textAreaTop" r="textAreaRight" b="textAreaBottom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41" name="Freeform 14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240" y="48816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42" name="Freeform 14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8240" y="5060880"/>
              <a:ext cx="304560" cy="1777680"/>
            </a:xfrm>
            <a:custGeom>
              <a:avLst/>
              <a:gdLst>
                <a:gd name="textAreaLeft" fmla="*/ 0 w 304560"/>
                <a:gd name="textAreaRight" fmla="*/ 304920 w 304560"/>
                <a:gd name="textAreaTop" fmla="*/ 0 h 1777680"/>
                <a:gd name="textAreaBottom" fmla="*/ 1778040 h 1777680"/>
              </a:gdLst>
              <a:ahLst/>
              <a:cxnLst/>
              <a:rect l="textAreaLeft" t="textAreaTop" r="textAreaRight" b="textAreaBottom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43" name="Freeform 14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1960" y="643104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44" name="Rectangle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2960" y="6610320"/>
              <a:ext cx="23400" cy="24264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45" name="Freeform 14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320" y="643104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46" name="Freeform 14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978520"/>
              <a:ext cx="190080" cy="46152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461520"/>
                <a:gd name="textAreaBottom" fmla="*/ 461880 h 461520"/>
              </a:gdLst>
              <a:ahLst/>
              <a:cxnLst/>
              <a:rect l="textAreaLeft" t="textAreaTop" r="textAreaRight" b="textAreaBottom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47" name="Freeform 14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14480" y="1801800"/>
              <a:ext cx="213840" cy="75528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755280"/>
                <a:gd name="textAreaBottom" fmla="*/ 755640 h 755280"/>
              </a:gdLst>
              <a:ahLst/>
              <a:cxnLst/>
              <a:rect l="textAreaLeft" t="textAreaTop" r="textAreaRight" b="textAreaBottom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48" name="Freeform 14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8160" y="2548080"/>
              <a:ext cx="166320" cy="159840"/>
            </a:xfrm>
            <a:custGeom>
              <a:avLst/>
              <a:gdLst>
                <a:gd name="textAreaLeft" fmla="*/ 0 w 166320"/>
                <a:gd name="textAreaRight" fmla="*/ 166680 w 166320"/>
                <a:gd name="textAreaTop" fmla="*/ 0 h 159840"/>
                <a:gd name="textAreaBottom" fmla="*/ 160200 h 159840"/>
              </a:gdLst>
              <a:ahLst/>
              <a:cxnLst/>
              <a:rect l="textAreaLeft" t="textAreaTop" r="textAreaRight" b="textAreaBottom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49" name="Freeform 15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95440" y="4680"/>
              <a:ext cx="637920" cy="4025520"/>
            </a:xfrm>
            <a:custGeom>
              <a:avLst/>
              <a:gdLst>
                <a:gd name="textAreaLeft" fmla="*/ 0 w 637920"/>
                <a:gd name="textAreaRight" fmla="*/ 638280 w 637920"/>
                <a:gd name="textAreaTop" fmla="*/ 0 h 4025520"/>
                <a:gd name="textAreaBottom" fmla="*/ 4025880 h 4025520"/>
              </a:gdLst>
              <a:ahLst/>
              <a:cxnLst/>
              <a:rect l="textAreaLeft" t="textAreaTop" r="textAreaRight" b="textAreaBottom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50" name="Freeform 15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24000" y="1382760"/>
              <a:ext cx="142560" cy="47592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475920"/>
                <a:gd name="textAreaBottom" fmla="*/ 476280 h 475920"/>
              </a:gdLst>
              <a:ahLst/>
              <a:cxn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51" name="Freeform 15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0320" y="1849320"/>
              <a:ext cx="109080" cy="10764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52" name="Freeform 15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1160" y="3417840"/>
              <a:ext cx="142560" cy="47448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474480"/>
                <a:gd name="textAreaBottom" fmla="*/ 474840 h 474480"/>
              </a:gdLst>
              <a:ahLst/>
              <a:cxnLst/>
              <a:rect l="textAreaLeft" t="textAreaTop" r="textAreaRight" b="textAreaBottom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53" name="Freeform 15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3882960"/>
              <a:ext cx="109080" cy="10908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9080"/>
                <a:gd name="textAreaBottom" fmla="*/ 109440 h 10908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54" name="Freeform 15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2166840"/>
              <a:ext cx="114120" cy="452160"/>
            </a:xfrm>
            <a:custGeom>
              <a:avLst/>
              <a:gdLst>
                <a:gd name="textAreaLeft" fmla="*/ 0 w 114120"/>
                <a:gd name="textAreaRight" fmla="*/ 114480 w 114120"/>
                <a:gd name="textAreaTop" fmla="*/ 0 h 452160"/>
                <a:gd name="textAreaBottom" fmla="*/ 452520 h 452160"/>
              </a:gdLst>
              <a:ahLst/>
              <a:cxnLst/>
              <a:rect l="textAreaLeft" t="textAreaTop" r="textAreaRight" b="textAreaBottom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55" name="Freeform 15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560" y="2066760"/>
              <a:ext cx="109080" cy="10908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9080"/>
                <a:gd name="textAreaBottom" fmla="*/ 109440 h 10908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56" name="Rectangl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28680" y="4662360"/>
              <a:ext cx="23400" cy="21808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57" name="Freeform 15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19040" y="5041800"/>
              <a:ext cx="371160" cy="18014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58" name="Freeform 15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7680" y="4481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59" name="Freeform 1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9000" y="3983040"/>
              <a:ext cx="347400" cy="2860200"/>
            </a:xfrm>
            <a:custGeom>
              <a:avLst/>
              <a:gdLst>
                <a:gd name="textAreaLeft" fmla="*/ 0 w 347400"/>
                <a:gd name="textAreaRight" fmla="*/ 347760 w 347400"/>
                <a:gd name="textAreaTop" fmla="*/ 0 h 2860200"/>
                <a:gd name="textAreaBottom" fmla="*/ 2860560 h 2860200"/>
              </a:gdLst>
              <a:ahLst/>
              <a:cxnLst/>
              <a:rect l="textAreaLeft" t="textAreaTop" r="textAreaRight" b="textAreaBottom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0" name="Freeform 16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8640" y="380700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1" name="Freeform 16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23960" y="48672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2" name="Freeform 16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05080" y="5423040"/>
              <a:ext cx="371160" cy="14252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425240"/>
                <a:gd name="textAreaBottom" fmla="*/ 1425600 h 142524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3" name="Freeform 16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66800" y="5945040"/>
              <a:ext cx="151920" cy="91260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12600"/>
                <a:gd name="textAreaBottom" fmla="*/ 912960 h 91260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4" name="Freeform 16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09640" y="5246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5" name="Freeform 16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09640" y="57643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6" name="Freeform 16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66880" y="6330960"/>
              <a:ext cx="418680" cy="526680"/>
            </a:xfrm>
            <a:custGeom>
              <a:avLst/>
              <a:gdLst>
                <a:gd name="textAreaLeft" fmla="*/ 0 w 418680"/>
                <a:gd name="textAreaRight" fmla="*/ 419040 w 418680"/>
                <a:gd name="textAreaTop" fmla="*/ 0 h 526680"/>
                <a:gd name="textAreaBottom" fmla="*/ 527040 h 526680"/>
              </a:gdLst>
              <a:ahLst/>
              <a:cxnLst/>
              <a:rect l="textAreaLeft" t="textAreaTop" r="textAreaRight" b="textAreaBottom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7" name="Freeform 16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7760" y="6221520"/>
              <a:ext cx="156960" cy="14724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0 h 147240"/>
                <a:gd name="textAreaBottom" fmla="*/ 147600 h 147240"/>
              </a:gdLst>
              <a:ahLst/>
              <a:cxn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8" name="Freeform 16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4720" y="9360"/>
              <a:ext cx="232920" cy="5103360"/>
            </a:xfrm>
            <a:custGeom>
              <a:avLst/>
              <a:gdLst>
                <a:gd name="textAreaLeft" fmla="*/ 0 w 232920"/>
                <a:gd name="textAreaRight" fmla="*/ 233280 w 232920"/>
                <a:gd name="textAreaTop" fmla="*/ 0 h 5103360"/>
                <a:gd name="textAreaBottom" fmla="*/ 5103720 h 5103360"/>
              </a:gdLst>
              <a:ahLst/>
              <a:cxnLst/>
              <a:rect l="textAreaLeft" t="textAreaTop" r="textAreaRight" b="textAreaBottom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69" name="Freeform 16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3240" y="5103720"/>
              <a:ext cx="185400" cy="185400"/>
            </a:xfrm>
            <a:custGeom>
              <a:avLst/>
              <a:gdLst>
                <a:gd name="textAreaLeft" fmla="*/ 0 w 185400"/>
                <a:gd name="textAreaRight" fmla="*/ 185760 w 185400"/>
                <a:gd name="textAreaTop" fmla="*/ 0 h 185400"/>
                <a:gd name="textAreaBottom" fmla="*/ 185760 h 185400"/>
              </a:gdLst>
              <a:ahLst/>
              <a:cxnLst/>
              <a:rect l="textAreaLeft" t="textAreaTop" r="textAreaRight" b="textAreaBottom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</p:grpSp>
      <p:grpSp>
        <p:nvGrpSpPr>
          <p:cNvPr id="970" name="Group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 useBgFill="1">
          <p:nvSpPr>
            <p:cNvPr id="971" name="Rectangle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2191760" cy="685764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Tw Cen MT"/>
              </a:endParaRPr>
            </a:p>
          </p:txBody>
        </p:sp>
        <p:pic>
          <p:nvPicPr>
            <p:cNvPr id="972" name="Picture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/>
            <p:nvPr/>
          </p:nvPicPr>
          <p:blipFill>
            <a:blip r:embed="rId2">
              <a:alphaModFix amt="30000"/>
            </a:blip>
            <a:stretch/>
          </p:blipFill>
          <p:spPr>
            <a:xfrm>
              <a:off x="0" y="0"/>
              <a:ext cx="12191760" cy="68576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973" name="Round Diagonal Corner Rectang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82280" y="2235240"/>
            <a:ext cx="7026840" cy="2395800"/>
          </a:xfrm>
          <a:prstGeom prst="round2DiagRect">
            <a:avLst>
              <a:gd name="adj1" fmla="val 9246"/>
              <a:gd name="adj2" fmla="val 0"/>
            </a:avLst>
          </a:prstGeom>
          <a:solidFill>
            <a:schemeClr val="accent1">
              <a:lumMod val="10000"/>
              <a:lumOff val="90000"/>
            </a:schemeClr>
          </a:solidFill>
          <a:ln>
            <a:solidFill>
              <a:srgbClr val="000000"/>
            </a:solidFill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w Cen MT"/>
            </a:endParaRPr>
          </a:p>
        </p:txBody>
      </p:sp>
      <p:grpSp>
        <p:nvGrpSpPr>
          <p:cNvPr id="974" name="Group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06240" y="2900160"/>
            <a:ext cx="10981800" cy="1211400"/>
            <a:chOff x="606240" y="2900160"/>
            <a:chExt cx="10981800" cy="1211400"/>
          </a:xfrm>
        </p:grpSpPr>
        <p:sp>
          <p:nvSpPr>
            <p:cNvPr id="975" name="Freeform 17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5400000">
              <a:off x="9653400" y="3379320"/>
              <a:ext cx="417240" cy="512280"/>
            </a:xfrm>
            <a:custGeom>
              <a:avLst/>
              <a:gdLst>
                <a:gd name="textAreaLeft" fmla="*/ 0 w 417240"/>
                <a:gd name="textAreaRight" fmla="*/ 417600 w 417240"/>
                <a:gd name="textAreaTop" fmla="*/ -360 h 512280"/>
                <a:gd name="textAreaBottom" fmla="*/ 512280 h 512280"/>
              </a:gdLst>
              <a:ahLst/>
              <a:cxn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6" name="Freeform 17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5400000">
              <a:off x="10078200" y="3310920"/>
              <a:ext cx="156960" cy="15192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360 h 151920"/>
                <a:gd name="textAreaBottom" fmla="*/ 152640 h 151920"/>
              </a:gdLst>
              <a:ahLst/>
              <a:cxn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7" name="Freeform 17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5400000">
              <a:off x="11146680" y="3574440"/>
              <a:ext cx="188640" cy="190080"/>
            </a:xfrm>
            <a:custGeom>
              <a:avLst/>
              <a:gdLst>
                <a:gd name="textAreaLeft" fmla="*/ 0 w 188640"/>
                <a:gd name="textAreaRight" fmla="*/ 189000 w 188640"/>
                <a:gd name="textAreaTop" fmla="*/ 360 h 190080"/>
                <a:gd name="textAreaBottom" fmla="*/ 19080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8" name="Freeform 17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5400000">
              <a:off x="10230480" y="3034800"/>
              <a:ext cx="304560" cy="1544400"/>
            </a:xfrm>
            <a:custGeom>
              <a:avLst/>
              <a:gdLst>
                <a:gd name="textAreaLeft" fmla="*/ 0 w 304560"/>
                <a:gd name="textAreaRight" fmla="*/ 304920 w 304560"/>
                <a:gd name="textAreaTop" fmla="*/ 360 h 1544400"/>
                <a:gd name="textAreaBottom" fmla="*/ 1545120 h 1544400"/>
              </a:gdLst>
              <a:ahLst/>
              <a:cxn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79" name="Freeform 17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10034640" y="2562480"/>
              <a:ext cx="298080" cy="1153800"/>
            </a:xfrm>
            <a:custGeom>
              <a:avLst/>
              <a:gdLst>
                <a:gd name="textAreaLeft" fmla="*/ 0 w 298080"/>
                <a:gd name="textAreaRight" fmla="*/ 298440 w 298080"/>
                <a:gd name="textAreaTop" fmla="*/ 0 h 1153800"/>
                <a:gd name="textAreaBottom" fmla="*/ 1154160 h 1153800"/>
              </a:gdLst>
              <a:ahLst/>
              <a:cxn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0" name="Freeform 17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10747440" y="3232440"/>
              <a:ext cx="156960" cy="15516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0 h 155160"/>
                <a:gd name="textAreaBottom" fmla="*/ 155520 h 15516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1" name="Freeform 17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11399400" y="3095280"/>
              <a:ext cx="188640" cy="188640"/>
            </a:xfrm>
            <a:custGeom>
              <a:avLst/>
              <a:gdLst>
                <a:gd name="textAreaLeft" fmla="*/ 0 w 188640"/>
                <a:gd name="textAreaRight" fmla="*/ 189000 w 18864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2" name="Freeform 17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10353960" y="2153160"/>
              <a:ext cx="307440" cy="1801440"/>
            </a:xfrm>
            <a:custGeom>
              <a:avLst/>
              <a:gdLst>
                <a:gd name="textAreaLeft" fmla="*/ 0 w 307440"/>
                <a:gd name="textAreaRight" fmla="*/ 307800 w 30744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3" name="Freeform 17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849240" y="330876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4" name="Rectangle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721440" y="3283920"/>
              <a:ext cx="23400" cy="252000"/>
            </a:xfrm>
            <a:prstGeom prst="rect">
              <a:avLst/>
            </a:pr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5" name="Freeform 17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 rot="16200000">
              <a:off x="2121840" y="3531960"/>
              <a:ext cx="417240" cy="512280"/>
            </a:xfrm>
            <a:custGeom>
              <a:avLst/>
              <a:gdLst>
                <a:gd name="textAreaLeft" fmla="*/ -360 w 417240"/>
                <a:gd name="textAreaRight" fmla="*/ 417240 w 417240"/>
                <a:gd name="textAreaTop" fmla="*/ -360 h 512280"/>
                <a:gd name="textAreaBottom" fmla="*/ 512280 h 512280"/>
              </a:gdLst>
              <a:ahLst/>
              <a:cxn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6" name="Freeform 18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 rot="16200000">
              <a:off x="1958400" y="3463560"/>
              <a:ext cx="156960" cy="151920"/>
            </a:xfrm>
            <a:custGeom>
              <a:avLst/>
              <a:gdLst>
                <a:gd name="textAreaLeft" fmla="*/ 360 w 156960"/>
                <a:gd name="textAreaRight" fmla="*/ 157680 w 156960"/>
                <a:gd name="textAreaTop" fmla="*/ 360 h 151920"/>
                <a:gd name="textAreaBottom" fmla="*/ 152640 h 151920"/>
              </a:gdLst>
              <a:ahLst/>
              <a:cxn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7" name="Freeform 18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 rot="16200000">
              <a:off x="858240" y="3727080"/>
              <a:ext cx="188640" cy="190080"/>
            </a:xfrm>
            <a:custGeom>
              <a:avLst/>
              <a:gdLst>
                <a:gd name="textAreaLeft" fmla="*/ 360 w 188640"/>
                <a:gd name="textAreaRight" fmla="*/ 189360 w 188640"/>
                <a:gd name="textAreaTop" fmla="*/ 360 h 190080"/>
                <a:gd name="textAreaBottom" fmla="*/ 19080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8" name="Freeform 18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 rot="16200000">
              <a:off x="1658520" y="3187080"/>
              <a:ext cx="304560" cy="1544400"/>
            </a:xfrm>
            <a:custGeom>
              <a:avLst/>
              <a:gdLst>
                <a:gd name="textAreaLeft" fmla="*/ 360 w 304560"/>
                <a:gd name="textAreaRight" fmla="*/ 305280 w 304560"/>
                <a:gd name="textAreaTop" fmla="*/ 360 h 1544400"/>
                <a:gd name="textAreaBottom" fmla="*/ 1545120 h 1544400"/>
              </a:gdLst>
              <a:ahLst/>
              <a:cxn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89" name="Freeform 18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1860120" y="2715120"/>
              <a:ext cx="298080" cy="1153800"/>
            </a:xfrm>
            <a:custGeom>
              <a:avLst/>
              <a:gdLst>
                <a:gd name="textAreaLeft" fmla="*/ 360 w 298080"/>
                <a:gd name="textAreaRight" fmla="*/ 298800 w 298080"/>
                <a:gd name="textAreaTop" fmla="*/ 0 h 1153800"/>
                <a:gd name="textAreaBottom" fmla="*/ 1154160 h 1153800"/>
              </a:gdLst>
              <a:ahLst/>
              <a:cxn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0" name="Freeform 18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1288800" y="3385080"/>
              <a:ext cx="156960" cy="155160"/>
            </a:xfrm>
            <a:custGeom>
              <a:avLst/>
              <a:gdLst>
                <a:gd name="textAreaLeft" fmla="*/ 360 w 156960"/>
                <a:gd name="textAreaRight" fmla="*/ 157680 w 156960"/>
                <a:gd name="textAreaTop" fmla="*/ 0 h 155160"/>
                <a:gd name="textAreaBottom" fmla="*/ 155520 h 15516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1" name="Freeform 18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606240" y="3247920"/>
              <a:ext cx="188640" cy="188640"/>
            </a:xfrm>
            <a:custGeom>
              <a:avLst/>
              <a:gdLst>
                <a:gd name="textAreaLeft" fmla="*/ 360 w 188640"/>
                <a:gd name="textAreaRight" fmla="*/ 189360 w 18864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2" name="Freeform 18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1532520" y="2305440"/>
              <a:ext cx="307440" cy="1801440"/>
            </a:xfrm>
            <a:custGeom>
              <a:avLst/>
              <a:gdLst>
                <a:gd name="textAreaLeft" fmla="*/ 360 w 307440"/>
                <a:gd name="textAreaRight" fmla="*/ 308160 w 30744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3" name="Freeform 18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2154960" y="3461040"/>
              <a:ext cx="190080" cy="188640"/>
            </a:xfrm>
            <a:custGeom>
              <a:avLst/>
              <a:gdLst>
                <a:gd name="textAreaLeft" fmla="*/ 360 w 190080"/>
                <a:gd name="textAreaRight" fmla="*/ 19080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994" name="Rectangle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2449080" y="3436560"/>
              <a:ext cx="23400" cy="252000"/>
            </a:xfrm>
            <a:prstGeom prst="rect">
              <a:avLst/>
            </a:pr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</p:grpSp>
      <p:sp>
        <p:nvSpPr>
          <p:cNvPr id="995" name="PlaceHolder 1"/>
          <p:cNvSpPr>
            <a:spLocks noGrp="1"/>
          </p:cNvSpPr>
          <p:nvPr>
            <p:ph type="title"/>
          </p:nvPr>
        </p:nvSpPr>
        <p:spPr>
          <a:xfrm>
            <a:off x="2685240" y="2728440"/>
            <a:ext cx="6919560" cy="107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Times New Roman"/>
              </a:rPr>
              <a:t>MIIM Operation</a:t>
            </a:r>
            <a:endParaRPr lang="en-US" sz="40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PlaceHolder 1"/>
          <p:cNvSpPr>
            <a:spLocks noGrp="1"/>
          </p:cNvSpPr>
          <p:nvPr>
            <p:ph type="title"/>
          </p:nvPr>
        </p:nvSpPr>
        <p:spPr>
          <a:xfrm>
            <a:off x="1272960" y="347040"/>
            <a:ext cx="1056060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Frame Structure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997" name="PlaceHolder 2"/>
          <p:cNvSpPr>
            <a:spLocks noGrp="1"/>
          </p:cNvSpPr>
          <p:nvPr>
            <p:ph/>
          </p:nvPr>
        </p:nvSpPr>
        <p:spPr>
          <a:xfrm>
            <a:off x="838080" y="1357920"/>
            <a:ext cx="10402200" cy="4844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998" name="PlaceHolder 3"/>
          <p:cNvSpPr>
            <a:spLocks noGrp="1"/>
          </p:cNvSpPr>
          <p:nvPr>
            <p:ph/>
          </p:nvPr>
        </p:nvSpPr>
        <p:spPr>
          <a:xfrm>
            <a:off x="2229840" y="3228480"/>
            <a:ext cx="7753320" cy="335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Wingdings" charset="2"/>
              <a:buChar char="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Preamble (32 bits):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All Ones 1111... if the MIINOPRE bit is not asserted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Wingdings" charset="2"/>
              <a:buChar char="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w Cen MT"/>
                <a:ea typeface="Noto Sans CJK SC"/>
              </a:rPr>
              <a:t>SF (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2 bits):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Start Frame Delimiter (01) marks frame start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Wingdings" charset="2"/>
              <a:buChar char="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Operation (2 bits):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Operation definition (01 -&gt; write / 10 -&gt; read)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Wingdings" charset="2"/>
              <a:buChar char="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PHY Address (5 bits):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Address of the targeted PHY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Wingdings" charset="2"/>
              <a:buChar char="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w Cen MT"/>
                <a:ea typeface="Noto Sans CJK SC"/>
              </a:rPr>
              <a:t>REG Address (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5 bits):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Address of the targeted PHY Register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Wingdings" charset="2"/>
              <a:buChar char="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w Cen MT"/>
                <a:ea typeface="Noto Sans CJK SC"/>
              </a:rPr>
              <a:t>Turn Around (2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 bits):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(10 → write / Z0 → read)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marL="228600" indent="-228600" algn="l" defTabSz="91440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SzPct val="125000"/>
              <a:buFont typeface="Wingdings" charset="2"/>
              <a:buChar char=""/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w Cen MT"/>
                <a:ea typeface="Noto Sans CJK SC"/>
              </a:rPr>
              <a:t>Data (16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 bits):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w Cen MT"/>
              </a:rPr>
              <a:t>Data to be sent/received to/from PHY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pic>
        <p:nvPicPr>
          <p:cNvPr id="999" name=""/>
          <p:cNvPicPr/>
          <p:nvPr/>
        </p:nvPicPr>
        <p:blipFill>
          <a:blip r:embed="rId1"/>
          <a:stretch/>
        </p:blipFill>
        <p:spPr>
          <a:xfrm>
            <a:off x="685800" y="2057400"/>
            <a:ext cx="11119680" cy="45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PlaceHolder 1"/>
          <p:cNvSpPr>
            <a:spLocks noGrp="1"/>
          </p:cNvSpPr>
          <p:nvPr>
            <p:ph type="title"/>
          </p:nvPr>
        </p:nvSpPr>
        <p:spPr>
          <a:xfrm>
            <a:off x="1319400" y="365760"/>
            <a:ext cx="1056060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MIIM Operation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sp>
        <p:nvSpPr>
          <p:cNvPr id="1001" name="PlaceHolder 2"/>
          <p:cNvSpPr>
            <a:spLocks noGrp="1"/>
          </p:cNvSpPr>
          <p:nvPr>
            <p:ph/>
          </p:nvPr>
        </p:nvSpPr>
        <p:spPr>
          <a:xfrm>
            <a:off x="931680" y="1469880"/>
            <a:ext cx="10402200" cy="4844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  <a:p>
            <a:pPr indent="0" algn="l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  <p:pic>
        <p:nvPicPr>
          <p:cNvPr id="1002" name=""/>
          <p:cNvPicPr/>
          <p:nvPr/>
        </p:nvPicPr>
        <p:blipFill>
          <a:blip r:embed="rId1"/>
          <a:stretch/>
        </p:blipFill>
        <p:spPr>
          <a:xfrm>
            <a:off x="1319400" y="1371600"/>
            <a:ext cx="9942480" cy="5389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EAF1FF"/>
            </a:gs>
            <a:gs pos="50000">
              <a:srgbClr val="4583FF"/>
            </a:gs>
            <a:gs pos="66000">
              <a:srgbClr val="0036A2">
                <a:alpha val="0"/>
              </a:srgbClr>
            </a:gs>
            <a:gs pos="100000">
              <a:srgbClr val="83ACFF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3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1">
            <a:alphaModFix amt="30000"/>
          </a:blip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04" name="Group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2304720" cy="6857640"/>
            <a:chOff x="0" y="0"/>
            <a:chExt cx="2304720" cy="6857640"/>
          </a:xfrm>
        </p:grpSpPr>
        <p:sp>
          <p:nvSpPr>
            <p:cNvPr id="1005" name="Rectangle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09600" y="4680"/>
              <a:ext cx="23400" cy="21808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6" name="Freeform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28600" y="217656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7" name="Freeform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23920" y="40212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8" name="Rectangle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4360" y="9360"/>
              <a:ext cx="28080" cy="44812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09" name="Freeform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3360" y="4481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0" name="Freeform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90440" y="9360"/>
              <a:ext cx="151920" cy="90756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1" name="Freeform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90600" y="14400"/>
              <a:ext cx="375840" cy="1801440"/>
            </a:xfrm>
            <a:custGeom>
              <a:avLst/>
              <a:gdLst>
                <a:gd name="textAreaLeft" fmla="*/ 0 w 375840"/>
                <a:gd name="textAreaRight" fmla="*/ 376200 w 37584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2" name="Freeform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00200" y="18018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3" name="Freeform 4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80960" y="9360"/>
              <a:ext cx="371160" cy="14252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425240"/>
                <a:gd name="textAreaBottom" fmla="*/ 1425600 h 142524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4" name="Freeform 5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43040" y="0"/>
              <a:ext cx="151920" cy="91260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12600"/>
                <a:gd name="textAreaBottom" fmla="*/ 912960 h 91260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5" name="Freeform 6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85880" y="14209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6" name="Freeform 6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8588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7" name="Freeform 6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43120" y="4680"/>
              <a:ext cx="418680" cy="522000"/>
            </a:xfrm>
            <a:custGeom>
              <a:avLst/>
              <a:gdLst>
                <a:gd name="textAreaLeft" fmla="*/ 0 w 418680"/>
                <a:gd name="textAreaRight" fmla="*/ 419040 w 418680"/>
                <a:gd name="textAreaTop" fmla="*/ 0 h 522000"/>
                <a:gd name="textAreaBottom" fmla="*/ 522360 h 522000"/>
              </a:gdLst>
              <a:ahLst/>
              <a:cxnLst/>
              <a:rect l="textAreaLeft" t="textAreaTop" r="textAreaRight" b="textAreaBottom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8" name="Freeform 6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19320" y="488880"/>
              <a:ext cx="161640" cy="147240"/>
            </a:xfrm>
            <a:custGeom>
              <a:avLst/>
              <a:gdLst>
                <a:gd name="textAreaLeft" fmla="*/ 0 w 161640"/>
                <a:gd name="textAreaRight" fmla="*/ 162000 w 161640"/>
                <a:gd name="textAreaTop" fmla="*/ 0 h 147240"/>
                <a:gd name="textAreaBottom" fmla="*/ 147600 h 147240"/>
              </a:gdLst>
              <a:ahLst/>
              <a:cxnLst/>
              <a:rect l="textAreaLeft" t="textAreaTop" r="textAreaRight" b="textAreaBottom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19" name="Freeform 6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52560" y="4680"/>
              <a:ext cx="151920" cy="90756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07560"/>
                <a:gd name="textAreaBottom" fmla="*/ 907920 h 907560"/>
              </a:gdLst>
              <a:ahLst/>
              <a:cxnLst/>
              <a:rect l="textAreaLeft" t="textAreaTop" r="textAreaRight" b="textAreaBottom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0" name="Freeform 6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6688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1" name="Freeform 6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90640" y="15541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2" name="Freeform 6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8360" y="5622840"/>
              <a:ext cx="337680" cy="1215720"/>
            </a:xfrm>
            <a:custGeom>
              <a:avLst/>
              <a:gdLst>
                <a:gd name="textAreaLeft" fmla="*/ 0 w 337680"/>
                <a:gd name="textAreaRight" fmla="*/ 338040 w 337680"/>
                <a:gd name="textAreaTop" fmla="*/ 0 h 1215720"/>
                <a:gd name="textAreaBottom" fmla="*/ 1216080 h 1215720"/>
              </a:gdLst>
              <a:ahLst/>
              <a:cxnLst/>
              <a:rect l="textAreaLeft" t="textAreaTop" r="textAreaRight" b="textAreaBottom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3" name="Freeform 6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7640" y="5479920"/>
              <a:ext cx="156960" cy="15696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0 h 156960"/>
                <a:gd name="textAreaBottom" fmla="*/ 157320 h 15696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4" name="Freeform 6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9032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5" name="Freeform 7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3897360"/>
              <a:ext cx="132840" cy="26640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266400"/>
                <a:gd name="textAreaBottom" fmla="*/ 266760 h 266400"/>
              </a:gdLst>
              <a:ahLst/>
              <a:cxnLst/>
              <a:rect l="textAreaLeft" t="textAreaTop" r="textAreaRight" b="textAreaBottom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6" name="Freeform 7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414972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7" name="Freeform 7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1644480"/>
              <a:ext cx="132840" cy="269640"/>
            </a:xfrm>
            <a:custGeom>
              <a:avLst/>
              <a:gdLst>
                <a:gd name="textAreaLeft" fmla="*/ 0 w 132840"/>
                <a:gd name="textAreaRight" fmla="*/ 133200 w 132840"/>
                <a:gd name="textAreaTop" fmla="*/ 0 h 269640"/>
                <a:gd name="textAreaBottom" fmla="*/ 270000 h 269640"/>
              </a:gdLst>
              <a:ahLst/>
              <a:cxnLst/>
              <a:rect l="textAreaLeft" t="textAreaTop" r="textAreaRight" b="textAreaBottom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8" name="Freeform 7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600" y="14684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29" name="Freeform 7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5160" y="4680"/>
              <a:ext cx="309240" cy="1558440"/>
            </a:xfrm>
            <a:custGeom>
              <a:avLst/>
              <a:gdLst>
                <a:gd name="textAreaLeft" fmla="*/ 0 w 309240"/>
                <a:gd name="textAreaRight" fmla="*/ 309600 w 309240"/>
                <a:gd name="textAreaTop" fmla="*/ 0 h 1558440"/>
                <a:gd name="textAreaBottom" fmla="*/ 1558800 h 1558440"/>
              </a:gdLst>
              <a:ahLst/>
              <a:cxnLst/>
              <a:rect l="textAreaLeft" t="textAreaTop" r="textAreaRight" b="textAreaBottom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0" name="Freeform 7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240" y="48816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1" name="Freeform 7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8240" y="5060880"/>
              <a:ext cx="304560" cy="1777680"/>
            </a:xfrm>
            <a:custGeom>
              <a:avLst/>
              <a:gdLst>
                <a:gd name="textAreaLeft" fmla="*/ 0 w 304560"/>
                <a:gd name="textAreaRight" fmla="*/ 304920 w 304560"/>
                <a:gd name="textAreaTop" fmla="*/ 0 h 1777680"/>
                <a:gd name="textAreaBottom" fmla="*/ 1778040 h 1777680"/>
              </a:gdLst>
              <a:ahLst/>
              <a:cxnLst/>
              <a:rect l="textAreaLeft" t="textAreaTop" r="textAreaRight" b="textAreaBottom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2" name="Freeform 7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1960" y="643104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3" name="Rectangle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2960" y="6610320"/>
              <a:ext cx="23400" cy="24264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4" name="Freeform 7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320" y="643104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5" name="Freeform 7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5978520"/>
              <a:ext cx="190080" cy="46152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461520"/>
                <a:gd name="textAreaBottom" fmla="*/ 461880 h 461520"/>
              </a:gdLst>
              <a:ahLst/>
              <a:cxnLst/>
              <a:rect l="textAreaLeft" t="textAreaTop" r="textAreaRight" b="textAreaBottom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6" name="Freeform 8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14480" y="1801800"/>
              <a:ext cx="213840" cy="755280"/>
            </a:xfrm>
            <a:custGeom>
              <a:avLst/>
              <a:gdLst>
                <a:gd name="textAreaLeft" fmla="*/ 0 w 213840"/>
                <a:gd name="textAreaRight" fmla="*/ 214200 w 213840"/>
                <a:gd name="textAreaTop" fmla="*/ 0 h 755280"/>
                <a:gd name="textAreaBottom" fmla="*/ 755640 h 755280"/>
              </a:gdLst>
              <a:ahLst/>
              <a:cxnLst/>
              <a:rect l="textAreaLeft" t="textAreaTop" r="textAreaRight" b="textAreaBottom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7" name="Freeform 8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8160" y="2548080"/>
              <a:ext cx="166320" cy="159840"/>
            </a:xfrm>
            <a:custGeom>
              <a:avLst/>
              <a:gdLst>
                <a:gd name="textAreaLeft" fmla="*/ 0 w 166320"/>
                <a:gd name="textAreaRight" fmla="*/ 166680 w 166320"/>
                <a:gd name="textAreaTop" fmla="*/ 0 h 159840"/>
                <a:gd name="textAreaBottom" fmla="*/ 160200 h 159840"/>
              </a:gdLst>
              <a:ahLst/>
              <a:cxnLst/>
              <a:rect l="textAreaLeft" t="textAreaTop" r="textAreaRight" b="textAreaBottom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8" name="Freeform 8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95440" y="4680"/>
              <a:ext cx="637920" cy="4025520"/>
            </a:xfrm>
            <a:custGeom>
              <a:avLst/>
              <a:gdLst>
                <a:gd name="textAreaLeft" fmla="*/ 0 w 637920"/>
                <a:gd name="textAreaRight" fmla="*/ 638280 w 637920"/>
                <a:gd name="textAreaTop" fmla="*/ 0 h 4025520"/>
                <a:gd name="textAreaBottom" fmla="*/ 4025880 h 4025520"/>
              </a:gdLst>
              <a:ahLst/>
              <a:cxnLst/>
              <a:rect l="textAreaLeft" t="textAreaTop" r="textAreaRight" b="textAreaBottom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39" name="Freeform 8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24000" y="1382760"/>
              <a:ext cx="142560" cy="47592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475920"/>
                <a:gd name="textAreaBottom" fmla="*/ 476280 h 475920"/>
              </a:gdLst>
              <a:ahLst/>
              <a:cxnLst/>
              <a:rect l="textAreaLeft" t="textAreaTop" r="textAreaRight" b="textAreaBottom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0" name="Freeform 8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0320" y="1849320"/>
              <a:ext cx="109080" cy="10764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1" name="Freeform 8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1160" y="3417840"/>
              <a:ext cx="142560" cy="474480"/>
            </a:xfrm>
            <a:custGeom>
              <a:avLst/>
              <a:gdLst>
                <a:gd name="textAreaLeft" fmla="*/ 0 w 142560"/>
                <a:gd name="textAreaRight" fmla="*/ 142920 w 142560"/>
                <a:gd name="textAreaTop" fmla="*/ 0 h 474480"/>
                <a:gd name="textAreaBottom" fmla="*/ 474840 h 474480"/>
              </a:gdLst>
              <a:ahLst/>
              <a:cxnLst/>
              <a:rect l="textAreaLeft" t="textAreaTop" r="textAreaRight" b="textAreaBottom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2" name="Freeform 8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960" y="3882960"/>
              <a:ext cx="109080" cy="10908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9080"/>
                <a:gd name="textAreaBottom" fmla="*/ 109440 h 10908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3" name="Freeform 8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80" y="2166840"/>
              <a:ext cx="114120" cy="452160"/>
            </a:xfrm>
            <a:custGeom>
              <a:avLst/>
              <a:gdLst>
                <a:gd name="textAreaLeft" fmla="*/ 0 w 114120"/>
                <a:gd name="textAreaRight" fmla="*/ 114480 w 114120"/>
                <a:gd name="textAreaTop" fmla="*/ 0 h 452160"/>
                <a:gd name="textAreaBottom" fmla="*/ 452520 h 452160"/>
              </a:gdLst>
              <a:ahLst/>
              <a:cxnLst/>
              <a:rect l="textAreaLeft" t="textAreaTop" r="textAreaRight" b="textAreaBottom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4" name="Freeform 8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560" y="2066760"/>
              <a:ext cx="109080" cy="10908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109080"/>
                <a:gd name="textAreaBottom" fmla="*/ 109440 h 109080"/>
              </a:gdLst>
              <a:ahLst/>
              <a:cxnLst/>
              <a:rect l="textAreaLeft" t="textAreaTop" r="textAreaRight" b="textAreaBottom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5" name="Rectangle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228680" y="4662360"/>
              <a:ext cx="23400" cy="2180880"/>
            </a:xfrm>
            <a:prstGeom prst="rect">
              <a:avLst/>
            </a:pr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6" name="Freeform 8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19040" y="5041800"/>
              <a:ext cx="371160" cy="18014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7" name="Freeform 9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7680" y="4481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8" name="Freeform 9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9000" y="3983040"/>
              <a:ext cx="347400" cy="2860200"/>
            </a:xfrm>
            <a:custGeom>
              <a:avLst/>
              <a:gdLst>
                <a:gd name="textAreaLeft" fmla="*/ 0 w 347400"/>
                <a:gd name="textAreaRight" fmla="*/ 347760 w 347400"/>
                <a:gd name="textAreaTop" fmla="*/ 0 h 2860200"/>
                <a:gd name="textAreaBottom" fmla="*/ 2860560 h 2860200"/>
              </a:gdLst>
              <a:ahLst/>
              <a:cxnLst/>
              <a:rect l="textAreaLeft" t="textAreaTop" r="textAreaRight" b="textAreaBottom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49" name="Freeform 9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8640" y="380700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50" name="Freeform 9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23960" y="486720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51" name="Freeform 9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05080" y="5423040"/>
              <a:ext cx="371160" cy="1425240"/>
            </a:xfrm>
            <a:custGeom>
              <a:avLst/>
              <a:gdLst>
                <a:gd name="textAreaLeft" fmla="*/ 0 w 371160"/>
                <a:gd name="textAreaRight" fmla="*/ 371520 w 371160"/>
                <a:gd name="textAreaTop" fmla="*/ 0 h 1425240"/>
                <a:gd name="textAreaBottom" fmla="*/ 1425600 h 1425240"/>
              </a:gdLst>
              <a:ahLst/>
              <a:cxnLst/>
              <a:rect l="textAreaLeft" t="textAreaTop" r="textAreaRight" b="textAreaBottom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52" name="Freeform 9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666800" y="5945040"/>
              <a:ext cx="151920" cy="912600"/>
            </a:xfrm>
            <a:custGeom>
              <a:avLst/>
              <a:gdLst>
                <a:gd name="textAreaLeft" fmla="*/ 0 w 151920"/>
                <a:gd name="textAreaRight" fmla="*/ 152280 w 151920"/>
                <a:gd name="textAreaTop" fmla="*/ 0 h 912600"/>
                <a:gd name="textAreaBottom" fmla="*/ 912960 h 912600"/>
              </a:gdLst>
              <a:ahLst/>
              <a:cxnLst/>
              <a:rect l="textAreaLeft" t="textAreaTop" r="textAreaRight" b="textAreaBottom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53" name="Freeform 9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09640" y="524664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54" name="Freeform 9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09640" y="5764320"/>
              <a:ext cx="190080" cy="19008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90080"/>
                <a:gd name="textAreaBottom" fmla="*/ 19044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55" name="Freeform 9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766880" y="6330960"/>
              <a:ext cx="418680" cy="526680"/>
            </a:xfrm>
            <a:custGeom>
              <a:avLst/>
              <a:gdLst>
                <a:gd name="textAreaLeft" fmla="*/ 0 w 418680"/>
                <a:gd name="textAreaRight" fmla="*/ 419040 w 418680"/>
                <a:gd name="textAreaTop" fmla="*/ 0 h 526680"/>
                <a:gd name="textAreaBottom" fmla="*/ 527040 h 526680"/>
              </a:gdLst>
              <a:ahLst/>
              <a:cxnLst/>
              <a:rect l="textAreaLeft" t="textAreaTop" r="textAreaRight" b="textAreaBottom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56" name="Freeform 9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7760" y="6221520"/>
              <a:ext cx="156960" cy="14724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0 h 147240"/>
                <a:gd name="textAreaBottom" fmla="*/ 147600 h 147240"/>
              </a:gdLst>
              <a:ahLst/>
              <a:cxnLst/>
              <a:rect l="textAreaLeft" t="textAreaTop" r="textAreaRight" b="textAreaBottom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57" name="Freeform 10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4720" y="9360"/>
              <a:ext cx="232920" cy="5103360"/>
            </a:xfrm>
            <a:custGeom>
              <a:avLst/>
              <a:gdLst>
                <a:gd name="textAreaLeft" fmla="*/ 0 w 232920"/>
                <a:gd name="textAreaRight" fmla="*/ 233280 w 232920"/>
                <a:gd name="textAreaTop" fmla="*/ 0 h 5103360"/>
                <a:gd name="textAreaBottom" fmla="*/ 5103720 h 5103360"/>
              </a:gdLst>
              <a:ahLst/>
              <a:cxnLst/>
              <a:rect l="textAreaLeft" t="textAreaTop" r="textAreaRight" b="textAreaBottom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58" name="Freeform 10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33240" y="5103720"/>
              <a:ext cx="185400" cy="185400"/>
            </a:xfrm>
            <a:custGeom>
              <a:avLst/>
              <a:gdLst>
                <a:gd name="textAreaLeft" fmla="*/ 0 w 185400"/>
                <a:gd name="textAreaRight" fmla="*/ 185760 w 185400"/>
                <a:gd name="textAreaTop" fmla="*/ 0 h 185400"/>
                <a:gd name="textAreaBottom" fmla="*/ 185760 h 185400"/>
              </a:gdLst>
              <a:ahLst/>
              <a:cxnLst/>
              <a:rect l="textAreaLeft" t="textAreaTop" r="textAreaRight" b="textAreaBottom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adFill rotWithShape="0">
              <a:gsLst>
                <a:gs pos="0">
                  <a:srgbClr val="000000"/>
                </a:gs>
                <a:gs pos="100000">
                  <a:srgbClr val="40AFFF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</p:grpSp>
      <p:grpSp>
        <p:nvGrpSpPr>
          <p:cNvPr id="1059" name="Group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191760" cy="6857640"/>
            <a:chOff x="0" y="0"/>
            <a:chExt cx="12191760" cy="6857640"/>
          </a:xfrm>
        </p:grpSpPr>
        <p:sp useBgFill="1">
          <p:nvSpPr>
            <p:cNvPr id="1060" name="Rectangle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2191760" cy="685764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Tw Cen MT"/>
              </a:endParaRPr>
            </a:p>
          </p:txBody>
        </p:sp>
        <p:pic>
          <p:nvPicPr>
            <p:cNvPr id="1061" name="Picture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/>
            <p:nvPr/>
          </p:nvPicPr>
          <p:blipFill>
            <a:blip r:embed="rId2">
              <a:alphaModFix amt="30000"/>
            </a:blip>
            <a:stretch/>
          </p:blipFill>
          <p:spPr>
            <a:xfrm>
              <a:off x="0" y="0"/>
              <a:ext cx="12191760" cy="68576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62" name="Round Diagonal Corner Rectang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82280" y="2235240"/>
            <a:ext cx="7026840" cy="2395800"/>
          </a:xfrm>
          <a:prstGeom prst="round2DiagRect">
            <a:avLst>
              <a:gd name="adj1" fmla="val 9246"/>
              <a:gd name="adj2" fmla="val 0"/>
            </a:avLst>
          </a:prstGeom>
          <a:solidFill>
            <a:schemeClr val="accent1">
              <a:lumMod val="10000"/>
              <a:lumOff val="90000"/>
            </a:schemeClr>
          </a:solidFill>
          <a:ln>
            <a:solidFill>
              <a:srgbClr val="000000"/>
            </a:solidFill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w Cen MT"/>
            </a:endParaRPr>
          </a:p>
        </p:txBody>
      </p:sp>
      <p:grpSp>
        <p:nvGrpSpPr>
          <p:cNvPr id="1063" name="Group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06240" y="2900160"/>
            <a:ext cx="10981800" cy="1211400"/>
            <a:chOff x="606240" y="2900160"/>
            <a:chExt cx="10981800" cy="1211400"/>
          </a:xfrm>
        </p:grpSpPr>
        <p:sp>
          <p:nvSpPr>
            <p:cNvPr id="1064" name="Freeform 10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5400000">
              <a:off x="9653400" y="3379320"/>
              <a:ext cx="417240" cy="512280"/>
            </a:xfrm>
            <a:custGeom>
              <a:avLst/>
              <a:gdLst>
                <a:gd name="textAreaLeft" fmla="*/ 0 w 417240"/>
                <a:gd name="textAreaRight" fmla="*/ 417600 w 417240"/>
                <a:gd name="textAreaTop" fmla="*/ -360 h 512280"/>
                <a:gd name="textAreaBottom" fmla="*/ 512280 h 512280"/>
              </a:gdLst>
              <a:ahLst/>
              <a:cxn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65" name="Freeform 10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5400000">
              <a:off x="10078200" y="3310920"/>
              <a:ext cx="156960" cy="15192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360 h 151920"/>
                <a:gd name="textAreaBottom" fmla="*/ 152640 h 151920"/>
              </a:gdLst>
              <a:ahLst/>
              <a:cxn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66" name="Freeform 10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5400000">
              <a:off x="11146680" y="3574440"/>
              <a:ext cx="188640" cy="190080"/>
            </a:xfrm>
            <a:custGeom>
              <a:avLst/>
              <a:gdLst>
                <a:gd name="textAreaLeft" fmla="*/ 0 w 188640"/>
                <a:gd name="textAreaRight" fmla="*/ 189000 w 188640"/>
                <a:gd name="textAreaTop" fmla="*/ 360 h 190080"/>
                <a:gd name="textAreaBottom" fmla="*/ 19080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67" name="Freeform 10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 rot="5400000">
              <a:off x="10230480" y="3034800"/>
              <a:ext cx="304560" cy="1544400"/>
            </a:xfrm>
            <a:custGeom>
              <a:avLst/>
              <a:gdLst>
                <a:gd name="textAreaLeft" fmla="*/ 0 w 304560"/>
                <a:gd name="textAreaRight" fmla="*/ 304920 w 304560"/>
                <a:gd name="textAreaTop" fmla="*/ 360 h 1544400"/>
                <a:gd name="textAreaBottom" fmla="*/ 1545120 h 1544400"/>
              </a:gdLst>
              <a:ahLst/>
              <a:cxn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68" name="Freeform 10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10034640" y="2562480"/>
              <a:ext cx="298080" cy="1153800"/>
            </a:xfrm>
            <a:custGeom>
              <a:avLst/>
              <a:gdLst>
                <a:gd name="textAreaLeft" fmla="*/ 0 w 298080"/>
                <a:gd name="textAreaRight" fmla="*/ 298440 w 298080"/>
                <a:gd name="textAreaTop" fmla="*/ 0 h 1153800"/>
                <a:gd name="textAreaBottom" fmla="*/ 1154160 h 1153800"/>
              </a:gdLst>
              <a:ahLst/>
              <a:cxn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69" name="Freeform 10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10747440" y="3232440"/>
              <a:ext cx="156960" cy="155160"/>
            </a:xfrm>
            <a:custGeom>
              <a:avLst/>
              <a:gdLst>
                <a:gd name="textAreaLeft" fmla="*/ 0 w 156960"/>
                <a:gd name="textAreaRight" fmla="*/ 157320 w 156960"/>
                <a:gd name="textAreaTop" fmla="*/ 0 h 155160"/>
                <a:gd name="textAreaBottom" fmla="*/ 155520 h 15516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70" name="Freeform 10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11399400" y="3095280"/>
              <a:ext cx="188640" cy="188640"/>
            </a:xfrm>
            <a:custGeom>
              <a:avLst/>
              <a:gdLst>
                <a:gd name="textAreaLeft" fmla="*/ 0 w 188640"/>
                <a:gd name="textAreaRight" fmla="*/ 189000 w 18864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71" name="Freeform 10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10353960" y="2153160"/>
              <a:ext cx="307440" cy="1801440"/>
            </a:xfrm>
            <a:custGeom>
              <a:avLst/>
              <a:gdLst>
                <a:gd name="textAreaLeft" fmla="*/ 0 w 307440"/>
                <a:gd name="textAreaRight" fmla="*/ 307800 w 30744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72" name="Freeform 1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849240" y="3308760"/>
              <a:ext cx="190080" cy="188640"/>
            </a:xfrm>
            <a:custGeom>
              <a:avLst/>
              <a:gdLst>
                <a:gd name="textAreaLeft" fmla="*/ 0 w 190080"/>
                <a:gd name="textAreaRight" fmla="*/ 19044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73" name="Rectangle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721440" y="3283920"/>
              <a:ext cx="23400" cy="252000"/>
            </a:xfrm>
            <a:prstGeom prst="rect">
              <a:avLst/>
            </a:pr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74" name="Freeform 1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 rot="16200000">
              <a:off x="2121840" y="3531960"/>
              <a:ext cx="417240" cy="512280"/>
            </a:xfrm>
            <a:custGeom>
              <a:avLst/>
              <a:gdLst>
                <a:gd name="textAreaLeft" fmla="*/ -360 w 417240"/>
                <a:gd name="textAreaRight" fmla="*/ 417240 w 417240"/>
                <a:gd name="textAreaTop" fmla="*/ -360 h 512280"/>
                <a:gd name="textAreaBottom" fmla="*/ 512280 h 512280"/>
              </a:gdLst>
              <a:ahLst/>
              <a:cxnLst/>
              <a:rect l="textAreaLeft" t="textAreaTop" r="textAreaRight" b="textAreaBottom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75" name="Freeform 1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 rot="16200000">
              <a:off x="1958400" y="3463560"/>
              <a:ext cx="156960" cy="151920"/>
            </a:xfrm>
            <a:custGeom>
              <a:avLst/>
              <a:gdLst>
                <a:gd name="textAreaLeft" fmla="*/ 360 w 156960"/>
                <a:gd name="textAreaRight" fmla="*/ 157680 w 156960"/>
                <a:gd name="textAreaTop" fmla="*/ 360 h 151920"/>
                <a:gd name="textAreaBottom" fmla="*/ 152640 h 151920"/>
              </a:gdLst>
              <a:ahLst/>
              <a:cxnLst/>
              <a:rect l="textAreaLeft" t="textAreaTop" r="textAreaRight" b="textAreaBottom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76" name="Freeform 1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 rot="16200000">
              <a:off x="858240" y="3727080"/>
              <a:ext cx="188640" cy="190080"/>
            </a:xfrm>
            <a:custGeom>
              <a:avLst/>
              <a:gdLst>
                <a:gd name="textAreaLeft" fmla="*/ 360 w 188640"/>
                <a:gd name="textAreaRight" fmla="*/ 189360 w 188640"/>
                <a:gd name="textAreaTop" fmla="*/ 360 h 190080"/>
                <a:gd name="textAreaBottom" fmla="*/ 190800 h 19008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77" name="Freeform 1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 rot="16200000">
              <a:off x="1658520" y="3187080"/>
              <a:ext cx="304560" cy="1544400"/>
            </a:xfrm>
            <a:custGeom>
              <a:avLst/>
              <a:gdLst>
                <a:gd name="textAreaLeft" fmla="*/ 360 w 304560"/>
                <a:gd name="textAreaRight" fmla="*/ 305280 w 304560"/>
                <a:gd name="textAreaTop" fmla="*/ 360 h 1544400"/>
                <a:gd name="textAreaBottom" fmla="*/ 1545120 h 1544400"/>
              </a:gdLst>
              <a:ahLst/>
              <a:cxnLst/>
              <a:rect l="textAreaLeft" t="textAreaTop" r="textAreaRight" b="textAreaBottom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78" name="Freeform 1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1860120" y="2715120"/>
              <a:ext cx="298080" cy="1153800"/>
            </a:xfrm>
            <a:custGeom>
              <a:avLst/>
              <a:gdLst>
                <a:gd name="textAreaLeft" fmla="*/ 360 w 298080"/>
                <a:gd name="textAreaRight" fmla="*/ 298800 w 298080"/>
                <a:gd name="textAreaTop" fmla="*/ 0 h 1153800"/>
                <a:gd name="textAreaBottom" fmla="*/ 1154160 h 1153800"/>
              </a:gdLst>
              <a:ahLst/>
              <a:cxnLst/>
              <a:rect l="textAreaLeft" t="textAreaTop" r="textAreaRight" b="textAreaBottom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79" name="Freeform 1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1288800" y="3385080"/>
              <a:ext cx="156960" cy="155160"/>
            </a:xfrm>
            <a:custGeom>
              <a:avLst/>
              <a:gdLst>
                <a:gd name="textAreaLeft" fmla="*/ 360 w 156960"/>
                <a:gd name="textAreaRight" fmla="*/ 157680 w 156960"/>
                <a:gd name="textAreaTop" fmla="*/ 0 h 155160"/>
                <a:gd name="textAreaBottom" fmla="*/ 155520 h 155160"/>
              </a:gdLst>
              <a:ahLst/>
              <a:cxnLst/>
              <a:rect l="textAreaLeft" t="textAreaTop" r="textAreaRight" b="textAreaBottom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80" name="Freeform 1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606240" y="3247920"/>
              <a:ext cx="188640" cy="188640"/>
            </a:xfrm>
            <a:custGeom>
              <a:avLst/>
              <a:gdLst>
                <a:gd name="textAreaLeft" fmla="*/ 360 w 188640"/>
                <a:gd name="textAreaRight" fmla="*/ 189360 w 18864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81" name="Freeform 1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1532520" y="2305440"/>
              <a:ext cx="307440" cy="1801440"/>
            </a:xfrm>
            <a:custGeom>
              <a:avLst/>
              <a:gdLst>
                <a:gd name="textAreaLeft" fmla="*/ 360 w 307440"/>
                <a:gd name="textAreaRight" fmla="*/ 308160 w 307440"/>
                <a:gd name="textAreaTop" fmla="*/ 0 h 1801440"/>
                <a:gd name="textAreaBottom" fmla="*/ 1801800 h 1801440"/>
              </a:gdLst>
              <a:ahLst/>
              <a:cxnLst/>
              <a:rect l="textAreaLeft" t="textAreaTop" r="textAreaRight" b="textAreaBottom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82" name="Freeform 1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2154960" y="3461040"/>
              <a:ext cx="190080" cy="188640"/>
            </a:xfrm>
            <a:custGeom>
              <a:avLst/>
              <a:gdLst>
                <a:gd name="textAreaLeft" fmla="*/ 360 w 190080"/>
                <a:gd name="textAreaRight" fmla="*/ 190800 w 190080"/>
                <a:gd name="textAreaTop" fmla="*/ 0 h 188640"/>
                <a:gd name="textAreaBottom" fmla="*/ 189000 h 188640"/>
              </a:gdLst>
              <a:ahLst/>
              <a:cxnLst/>
              <a:rect l="textAreaLeft" t="textAreaTop" r="textAreaRight" b="textAreaBottom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  <p:sp>
          <p:nvSpPr>
            <p:cNvPr id="1083" name="Rectangle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rot="16200000">
              <a:off x="2449080" y="3436560"/>
              <a:ext cx="23400" cy="252000"/>
            </a:xfrm>
            <a:prstGeom prst="rect">
              <a:avLst/>
            </a:prstGeom>
            <a:solidFill>
              <a:schemeClr val="dk2">
                <a:alpha val="60000"/>
              </a:schemeClr>
            </a:solidFill>
            <a:ln w="0">
              <a:noFill/>
            </a:ln>
            <a:effectLst>
              <a:outerShdw algn="tl" blurRad="50760" dir="2700000" dist="37674" rotWithShape="0">
                <a:srgbClr val="000000">
                  <a:alpha val="58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w Cen MT"/>
              </a:endParaRPr>
            </a:p>
          </p:txBody>
        </p:sp>
      </p:grpSp>
      <p:sp>
        <p:nvSpPr>
          <p:cNvPr id="1084" name="PlaceHolder 1"/>
          <p:cNvSpPr>
            <a:spLocks noGrp="1"/>
          </p:cNvSpPr>
          <p:nvPr>
            <p:ph type="title"/>
          </p:nvPr>
        </p:nvSpPr>
        <p:spPr>
          <a:xfrm>
            <a:off x="2685240" y="2728440"/>
            <a:ext cx="6919560" cy="107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Times New Roman"/>
              </a:rPr>
              <a:t>MIIM Verification</a:t>
            </a:r>
            <a:endParaRPr lang="en-US" sz="40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title"/>
          </p:nvPr>
        </p:nvSpPr>
        <p:spPr>
          <a:xfrm>
            <a:off x="1506240" y="291240"/>
            <a:ext cx="1056060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BUGS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title"/>
          </p:nvPr>
        </p:nvSpPr>
        <p:spPr>
          <a:xfrm>
            <a:off x="1431360" y="253440"/>
            <a:ext cx="10560600" cy="147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Coverage</a:t>
            </a:r>
            <a:endParaRPr lang="en-US" sz="3600" b="0" u="none" strike="noStrike" cap="all">
              <a:solidFill>
                <a:schemeClr val="dk1"/>
              </a:solidFill>
              <a:effectLst/>
              <a:uFillTx/>
              <a:latin typeface="Tw Cen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_rels/theme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3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theme1.xml><?xml version="1.0" encoding="utf-8"?>
<a:theme xmlns:a="http://schemas.openxmlformats.org/drawingml/2006/main" xmlns:r="http://schemas.openxmlformats.org/officeDocument/2006/relationships" name="Circuit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0070C0"/>
      </a:lt2>
      <a:accent1>
        <a:srgbClr val="0C0C0C"/>
      </a:accent1>
      <a:accent2>
        <a:srgbClr val="002060"/>
      </a:accent2>
      <a:accent3>
        <a:srgbClr val="002060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ircuit">
      <a:majorFont>
        <a:latin typeface="Tw Cen MT" pitchFamily="0" charset="1"/>
        <a:ea typeface=""/>
        <a:cs typeface=""/>
      </a:majorFont>
      <a:minorFont>
        <a:latin typeface="Tw Cen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ircuit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0070C0"/>
      </a:lt2>
      <a:accent1>
        <a:srgbClr val="0C0C0C"/>
      </a:accent1>
      <a:accent2>
        <a:srgbClr val="002060"/>
      </a:accent2>
      <a:accent3>
        <a:srgbClr val="002060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ircuit">
      <a:majorFont>
        <a:latin typeface="Tw Cen MT" pitchFamily="0" charset="1"/>
        <a:ea typeface=""/>
        <a:cs typeface=""/>
      </a:majorFont>
      <a:minorFont>
        <a:latin typeface="Tw Cen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ircuit">
  <a:themeElements>
    <a:clrScheme name="Custom 3">
      <a:dk1>
        <a:srgbClr val="000000"/>
      </a:dk1>
      <a:lt1>
        <a:srgbClr val="FFFFFF"/>
      </a:lt1>
      <a:dk2>
        <a:srgbClr val="000000"/>
      </a:dk2>
      <a:lt2>
        <a:srgbClr val="0070C0"/>
      </a:lt2>
      <a:accent1>
        <a:srgbClr val="0C0C0C"/>
      </a:accent1>
      <a:accent2>
        <a:srgbClr val="002060"/>
      </a:accent2>
      <a:accent3>
        <a:srgbClr val="002060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ircuit">
      <a:majorFont>
        <a:latin typeface="Tw Cen MT" pitchFamily="0" charset="1"/>
        <a:ea typeface=""/>
        <a:cs typeface=""/>
      </a:majorFont>
      <a:minorFont>
        <a:latin typeface="Tw Cen M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8000"/>
                <a:lumMod val="110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04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100000">
              <a:schemeClr val="phClr">
                <a:shade val="74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9525" cap="flat" cmpd="sng" algn="ctr">
          <a:prstDash val="solid"/>
        </a:ln>
        <a:ln w="15875" cap="flat" cmpd="sng" algn="ctr">
          <a:prstDash val="solid"/>
        </a:ln>
        <a:ln w="22225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8000"/>
                <a:lumMod val="150000"/>
              </a:schemeClr>
            </a:gs>
            <a:gs pos="100000">
              <a:schemeClr val="phClr">
                <a:shade val="92000"/>
                <a:lumMod val="68000"/>
              </a:schemeClr>
            </a:gs>
          </a:gsLst>
          <a:lin ang="5040000" scaled="0"/>
          <a:tileRect l="0" t="0" r="0" b="0"/>
        </a:gradFill>
        <a:blipFill rotWithShape="0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2127</TotalTime>
  <Application>LibreOffice/26.2.4.2$Linux_X86_64 LibreOffice_project/620$Build-2</Application>
  <AppVersion>15.0000</AppVersion>
  <Words>729</Words>
  <Paragraphs>124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2024-11-05T21:37:31Z</dcterms:created>
  <dc:creator>Passant Kadry</dc:creator>
  <dc:description/>
  <dc:language>en-US</dc:language>
  <cp:lastModifiedBy/>
  <dcterms:modified xsi:type="dcterms:W3CDTF">2026-07-30T05:39:13Z</dcterms:modified>
  <cp:revision>58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26</vt:i4>
  </property>
</Properties>
</file>