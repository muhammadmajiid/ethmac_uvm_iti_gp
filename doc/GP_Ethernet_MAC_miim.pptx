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3.xml" ContentType="application/vnd.openxmlformats-officedocument.theme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67" r:id="rId3"/>
    <p:sldMasterId id="2147483671" r:id="rId4"/>
  </p:sldMasterIdLst>
  <p:sldIdLst>
    <p:sldId id="256" r:id="rId5"/>
    <p:sldId id="257" r:id="rId6"/>
    <p:sldId id="264" r:id="rId7"/>
    <p:sldId id="258" r:id="rId8"/>
    <p:sldId id="259" r:id="rId9"/>
    <p:sldId id="260" r:id="rId10"/>
    <p:sldId id="261" r:id="rId11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7" d="100"/>
          <a:sy n="77" d="100"/>
        </p:scale>
        <p:origin x="88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1141560" y="1076760"/>
            <a:ext cx="9905400" cy="561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endParaRPr lang="en-US" sz="3600" b="0" u="none" strike="noStrike" cap="all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 type="subTitle"/>
          </p:nvPr>
        </p:nvSpPr>
        <p:spPr>
          <a:xfrm>
            <a:off x="1141560" y="2249640"/>
            <a:ext cx="2379960" cy="354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81CADF05-9C12-4A62-B381-2111210DF634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Picture 2" descr="\\DROBO-FS\QuickDrops\JB\PPTX NG\Droplets\LightingOverlay.png"/>
          <p:cNvPicPr/>
          <p:nvPr/>
        </p:nvPicPr>
        <p:blipFill>
          <a:blip r:embed="rId2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06" name="Group 7"/>
          <p:cNvGrpSpPr/>
          <p:nvPr/>
        </p:nvGrpSpPr>
        <p:grpSpPr>
          <a:xfrm>
            <a:off x="-14400" y="0"/>
            <a:ext cx="12053160" cy="6857280"/>
            <a:chOff x="-14400" y="0"/>
            <a:chExt cx="12053160" cy="6857280"/>
          </a:xfrm>
        </p:grpSpPr>
        <p:grpSp>
          <p:nvGrpSpPr>
            <p:cNvPr id="107" name="Group 8"/>
            <p:cNvGrpSpPr/>
            <p:nvPr/>
          </p:nvGrpSpPr>
          <p:grpSpPr>
            <a:xfrm>
              <a:off x="-14400" y="0"/>
              <a:ext cx="1220400" cy="6857280"/>
              <a:chOff x="-14400" y="0"/>
              <a:chExt cx="1220400" cy="6857280"/>
            </a:xfrm>
          </p:grpSpPr>
          <p:sp>
            <p:nvSpPr>
              <p:cNvPr id="108" name="Rectangle 5"/>
              <p:cNvSpPr/>
              <p:nvPr/>
            </p:nvSpPr>
            <p:spPr>
              <a:xfrm>
                <a:off x="114480" y="468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9" name="Freeform 6"/>
              <p:cNvSpPr/>
              <p:nvPr/>
            </p:nvSpPr>
            <p:spPr>
              <a:xfrm>
                <a:off x="33480" y="217656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0" name="Freeform 7"/>
              <p:cNvSpPr/>
              <p:nvPr/>
            </p:nvSpPr>
            <p:spPr>
              <a:xfrm>
                <a:off x="28440" y="4021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1" name="Freeform 8"/>
              <p:cNvSpPr/>
              <p:nvPr/>
            </p:nvSpPr>
            <p:spPr>
              <a:xfrm>
                <a:off x="200160" y="4680"/>
                <a:ext cx="369000" cy="181044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10440"/>
                  <a:gd name="textAreaBottom" fmla="*/ 1811160 h 181044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2" name="Freeform 9"/>
              <p:cNvSpPr/>
              <p:nvPr/>
            </p:nvSpPr>
            <p:spPr>
              <a:xfrm>
                <a:off x="503280" y="18018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3" name="Freeform 10"/>
              <p:cNvSpPr/>
              <p:nvPr/>
            </p:nvSpPr>
            <p:spPr>
              <a:xfrm>
                <a:off x="285840" y="4680"/>
                <a:ext cx="369000" cy="142956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429560"/>
                  <a:gd name="textAreaBottom" fmla="*/ 1430280 h 142956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" name="Freeform 11"/>
              <p:cNvSpPr/>
              <p:nvPr/>
            </p:nvSpPr>
            <p:spPr>
              <a:xfrm>
                <a:off x="546120" y="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5960" tIns="45000" rIns="759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" name="Freeform 12"/>
              <p:cNvSpPr/>
              <p:nvPr/>
            </p:nvSpPr>
            <p:spPr>
              <a:xfrm>
                <a:off x="588960" y="14209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6" name="Freeform 13"/>
              <p:cNvSpPr/>
              <p:nvPr/>
            </p:nvSpPr>
            <p:spPr>
              <a:xfrm>
                <a:off x="588960" y="9032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" name="Freeform 14"/>
              <p:cNvSpPr/>
              <p:nvPr/>
            </p:nvSpPr>
            <p:spPr>
              <a:xfrm>
                <a:off x="641520" y="0"/>
                <a:ext cx="421560" cy="526320"/>
              </a:xfrm>
              <a:custGeom>
                <a:avLst/>
                <a:gdLst>
                  <a:gd name="textAreaLeft" fmla="*/ 0 w 421560"/>
                  <a:gd name="textAreaRight" fmla="*/ 422280 w 421560"/>
                  <a:gd name="textAreaTop" fmla="*/ 0 h 526320"/>
                  <a:gd name="textAreaBottom" fmla="*/ 527040 h 52632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8" name="Freeform 15"/>
              <p:cNvSpPr/>
              <p:nvPr/>
            </p:nvSpPr>
            <p:spPr>
              <a:xfrm>
                <a:off x="1020600" y="488880"/>
                <a:ext cx="161280" cy="146880"/>
              </a:xfrm>
              <a:custGeom>
                <a:avLst/>
                <a:gdLst>
                  <a:gd name="textAreaLeft" fmla="*/ 0 w 161280"/>
                  <a:gd name="textAreaRight" fmla="*/ 162000 w 161280"/>
                  <a:gd name="textAreaTop" fmla="*/ 0 h 146880"/>
                  <a:gd name="textAreaBottom" fmla="*/ 147600 h 14688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80640" tIns="45000" rIns="8064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-44640" rIns="0" bIns="-44640" anchor="t" anchorCtr="1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" name="Freeform 17"/>
              <p:cNvSpPr/>
              <p:nvPr/>
            </p:nvSpPr>
            <p:spPr>
              <a:xfrm>
                <a:off x="9360" y="1801800"/>
                <a:ext cx="123120" cy="126360"/>
              </a:xfrm>
              <a:custGeom>
                <a:avLst/>
                <a:gdLst>
                  <a:gd name="textAreaLeft" fmla="*/ 0 w 123120"/>
                  <a:gd name="textAreaRight" fmla="*/ 123840 w 123120"/>
                  <a:gd name="textAreaTop" fmla="*/ 0 h 126360"/>
                  <a:gd name="textAreaBottom" fmla="*/ 127080 h 12636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61560" tIns="45000" rIns="615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1" name="Freeform 18"/>
              <p:cNvSpPr/>
              <p:nvPr/>
            </p:nvSpPr>
            <p:spPr>
              <a:xfrm>
                <a:off x="-9360" y="3549600"/>
                <a:ext cx="146880" cy="480240"/>
              </a:xfrm>
              <a:custGeom>
                <a:avLst/>
                <a:gdLst>
                  <a:gd name="textAreaLeft" fmla="*/ 0 w 146880"/>
                  <a:gd name="textAreaRight" fmla="*/ 147600 w 146880"/>
                  <a:gd name="textAreaTop" fmla="*/ 0 h 480240"/>
                  <a:gd name="textAreaBottom" fmla="*/ 480960 h 48024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3440" tIns="45000" rIns="7344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" name="Freeform 19"/>
              <p:cNvSpPr/>
              <p:nvPr/>
            </p:nvSpPr>
            <p:spPr>
              <a:xfrm>
                <a:off x="128520" y="1382760"/>
                <a:ext cx="142200" cy="475560"/>
              </a:xfrm>
              <a:custGeom>
                <a:avLst/>
                <a:gdLst>
                  <a:gd name="textAreaLeft" fmla="*/ 0 w 142200"/>
                  <a:gd name="textAreaRight" fmla="*/ 142920 w 142200"/>
                  <a:gd name="textAreaTop" fmla="*/ 0 h 475560"/>
                  <a:gd name="textAreaBottom" fmla="*/ 476280 h 47556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1280" tIns="45000" rIns="712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3" name="Freeform 20"/>
              <p:cNvSpPr/>
              <p:nvPr/>
            </p:nvSpPr>
            <p:spPr>
              <a:xfrm>
                <a:off x="204840" y="1849320"/>
                <a:ext cx="113760" cy="107280"/>
              </a:xfrm>
              <a:custGeom>
                <a:avLst/>
                <a:gdLst>
                  <a:gd name="textAreaLeft" fmla="*/ 0 w 113760"/>
                  <a:gd name="textAreaRight" fmla="*/ 114480 w 113760"/>
                  <a:gd name="textAreaTop" fmla="*/ 0 h 107280"/>
                  <a:gd name="textAreaBottom" fmla="*/ 108000 h 10728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56880" tIns="45000" rIns="568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4" name="Rectangle 21"/>
              <p:cNvSpPr/>
              <p:nvPr/>
            </p:nvSpPr>
            <p:spPr>
              <a:xfrm>
                <a:off x="133200" y="466236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" name="Freeform 22"/>
              <p:cNvSpPr/>
              <p:nvPr/>
            </p:nvSpPr>
            <p:spPr>
              <a:xfrm>
                <a:off x="223920" y="5041800"/>
                <a:ext cx="369000" cy="180108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01080"/>
                  <a:gd name="textAreaBottom" fmla="*/ 1801800 h 180108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" name="Freeform 23"/>
              <p:cNvSpPr/>
              <p:nvPr/>
            </p:nvSpPr>
            <p:spPr>
              <a:xfrm>
                <a:off x="52560" y="4481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7" name="Freeform 24"/>
              <p:cNvSpPr/>
              <p:nvPr/>
            </p:nvSpPr>
            <p:spPr>
              <a:xfrm>
                <a:off x="-14400" y="5627520"/>
                <a:ext cx="84960" cy="1215360"/>
              </a:xfrm>
              <a:custGeom>
                <a:avLst/>
                <a:gdLst>
                  <a:gd name="textAreaLeft" fmla="*/ 0 w 84960"/>
                  <a:gd name="textAreaRight" fmla="*/ 85680 w 84960"/>
                  <a:gd name="textAreaTop" fmla="*/ 0 h 1215360"/>
                  <a:gd name="textAreaBottom" fmla="*/ 1216080 h 121536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42480" tIns="45000" rIns="42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" name="Freeform 25"/>
              <p:cNvSpPr/>
              <p:nvPr/>
            </p:nvSpPr>
            <p:spPr>
              <a:xfrm>
                <a:off x="527040" y="4867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" name="Freeform 26"/>
              <p:cNvSpPr/>
              <p:nvPr/>
            </p:nvSpPr>
            <p:spPr>
              <a:xfrm>
                <a:off x="309600" y="5423040"/>
                <a:ext cx="374040" cy="1424880"/>
              </a:xfrm>
              <a:custGeom>
                <a:avLst/>
                <a:gdLst>
                  <a:gd name="textAreaLeft" fmla="*/ 0 w 374040"/>
                  <a:gd name="textAreaRight" fmla="*/ 374760 w 374040"/>
                  <a:gd name="textAreaTop" fmla="*/ 0 h 1424880"/>
                  <a:gd name="textAreaBottom" fmla="*/ 1425600 h 142488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" name="Freeform 27"/>
              <p:cNvSpPr/>
              <p:nvPr/>
            </p:nvSpPr>
            <p:spPr>
              <a:xfrm>
                <a:off x="569880" y="594504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5960" tIns="45000" rIns="759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1" name="Freeform 28"/>
              <p:cNvSpPr/>
              <p:nvPr/>
            </p:nvSpPr>
            <p:spPr>
              <a:xfrm>
                <a:off x="612720" y="5246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2" name="Freeform 29"/>
              <p:cNvSpPr/>
              <p:nvPr/>
            </p:nvSpPr>
            <p:spPr>
              <a:xfrm>
                <a:off x="612720" y="57643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3" name="Freeform 30"/>
              <p:cNvSpPr/>
              <p:nvPr/>
            </p:nvSpPr>
            <p:spPr>
              <a:xfrm>
                <a:off x="669960" y="6330960"/>
                <a:ext cx="416880" cy="51696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6960"/>
                  <a:gd name="textAreaBottom" fmla="*/ 517680 h 51696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4" name="Freeform 31"/>
              <p:cNvSpPr/>
              <p:nvPr/>
            </p:nvSpPr>
            <p:spPr>
              <a:xfrm>
                <a:off x="1049400" y="6221520"/>
                <a:ext cx="156600" cy="14688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46880"/>
                  <a:gd name="textAreaBottom" fmla="*/ 147600 h 14688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135" name="Group 9"/>
            <p:cNvGrpSpPr/>
            <p:nvPr/>
          </p:nvGrpSpPr>
          <p:grpSpPr>
            <a:xfrm>
              <a:off x="11364840" y="0"/>
              <a:ext cx="673920" cy="6847920"/>
              <a:chOff x="11364840" y="0"/>
              <a:chExt cx="673920" cy="6847920"/>
            </a:xfrm>
          </p:grpSpPr>
          <p:sp>
            <p:nvSpPr>
              <p:cNvPr id="136" name="Freeform 32"/>
              <p:cNvSpPr/>
              <p:nvPr/>
            </p:nvSpPr>
            <p:spPr>
              <a:xfrm>
                <a:off x="11484000" y="0"/>
                <a:ext cx="416880" cy="51192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1920"/>
                  <a:gd name="textAreaBottom" fmla="*/ 512640 h 51192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7" name="Freeform 33"/>
              <p:cNvSpPr/>
              <p:nvPr/>
            </p:nvSpPr>
            <p:spPr>
              <a:xfrm>
                <a:off x="11364840" y="474840"/>
                <a:ext cx="156600" cy="15156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1560"/>
                  <a:gd name="textAreaBottom" fmla="*/ 152280 h 15156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8" name="Freeform 34"/>
              <p:cNvSpPr/>
              <p:nvPr/>
            </p:nvSpPr>
            <p:spPr>
              <a:xfrm>
                <a:off x="11631600" y="1539720"/>
                <a:ext cx="188280" cy="18972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9" name="Freeform 35"/>
              <p:cNvSpPr/>
              <p:nvPr/>
            </p:nvSpPr>
            <p:spPr>
              <a:xfrm>
                <a:off x="11531520" y="5694480"/>
                <a:ext cx="297720" cy="1153440"/>
              </a:xfrm>
              <a:custGeom>
                <a:avLst/>
                <a:gdLst>
                  <a:gd name="textAreaLeft" fmla="*/ 0 w 297720"/>
                  <a:gd name="textAreaRight" fmla="*/ 298440 w 297720"/>
                  <a:gd name="textAreaTop" fmla="*/ 0 h 1153440"/>
                  <a:gd name="textAreaBottom" fmla="*/ 1154160 h 115344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0" name="Freeform 36"/>
              <p:cNvSpPr/>
              <p:nvPr/>
            </p:nvSpPr>
            <p:spPr>
              <a:xfrm>
                <a:off x="11773080" y="5551560"/>
                <a:ext cx="156600" cy="15480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4800"/>
                  <a:gd name="textAreaBottom" fmla="*/ 155520 h 15480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1" name="Freeform 37"/>
              <p:cNvSpPr/>
              <p:nvPr/>
            </p:nvSpPr>
            <p:spPr>
              <a:xfrm>
                <a:off x="11711160" y="4680"/>
                <a:ext cx="304200" cy="1544040"/>
              </a:xfrm>
              <a:custGeom>
                <a:avLst/>
                <a:gdLst>
                  <a:gd name="textAreaLeft" fmla="*/ 0 w 304200"/>
                  <a:gd name="textAreaRight" fmla="*/ 304920 w 304200"/>
                  <a:gd name="textAreaTop" fmla="*/ 0 h 1544040"/>
                  <a:gd name="textAreaBottom" fmla="*/ 1544760 h 154404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2" name="Freeform 38"/>
              <p:cNvSpPr/>
              <p:nvPr/>
            </p:nvSpPr>
            <p:spPr>
              <a:xfrm>
                <a:off x="11636280" y="4867200"/>
                <a:ext cx="188280" cy="18828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3" name="Freeform 39"/>
              <p:cNvSpPr/>
              <p:nvPr/>
            </p:nvSpPr>
            <p:spPr>
              <a:xfrm>
                <a:off x="11441160" y="5046840"/>
                <a:ext cx="307080" cy="1801080"/>
              </a:xfrm>
              <a:custGeom>
                <a:avLst/>
                <a:gdLst>
                  <a:gd name="textAreaLeft" fmla="*/ 0 w 307080"/>
                  <a:gd name="textAreaRight" fmla="*/ 307800 w 307080"/>
                  <a:gd name="textAreaTop" fmla="*/ 0 h 1801080"/>
                  <a:gd name="textAreaBottom" fmla="*/ 1801800 h 180108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4" name="Freeform 40"/>
              <p:cNvSpPr/>
              <p:nvPr/>
            </p:nvSpPr>
            <p:spPr>
              <a:xfrm>
                <a:off x="11849040" y="641664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5" name="Rectangle 41"/>
              <p:cNvSpPr/>
              <p:nvPr/>
            </p:nvSpPr>
            <p:spPr>
              <a:xfrm>
                <a:off x="11939760" y="6595920"/>
                <a:ext cx="23040" cy="251640"/>
              </a:xfrm>
              <a:prstGeom prst="rect">
                <a:avLst/>
              </a:pr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1141560" y="618480"/>
            <a:ext cx="9905400" cy="1477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title style</a:t>
            </a:r>
          </a:p>
        </p:txBody>
      </p:sp>
      <p:sp>
        <p:nvSpPr>
          <p:cNvPr id="147" name="PlaceHolder 2"/>
          <p:cNvSpPr>
            <a:spLocks noGrp="1"/>
          </p:cNvSpPr>
          <p:nvPr>
            <p:ph type="body"/>
          </p:nvPr>
        </p:nvSpPr>
        <p:spPr>
          <a:xfrm>
            <a:off x="1141560" y="2249640"/>
            <a:ext cx="9905400" cy="354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  <a:lvl2pPr lvl="1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2pPr>
            <a:lvl3pPr lvl="2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3pPr>
            <a:lvl4pPr lvl="3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4pPr>
            <a:lvl5pPr lvl="4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5pPr>
          </a:lstStyle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</a:p>
          <a:p>
            <a:pPr marL="685800" lvl="1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Second level</a:t>
            </a:r>
          </a:p>
          <a:p>
            <a:pPr marL="1143000" lvl="2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Third level</a:t>
            </a:r>
          </a:p>
          <a:p>
            <a:pPr marL="1600200" lvl="3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Fourth level</a:t>
            </a:r>
          </a:p>
          <a:p>
            <a:pPr marL="2057400" lvl="4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Fifth level</a:t>
            </a:r>
          </a:p>
        </p:txBody>
      </p:sp>
      <p:sp>
        <p:nvSpPr>
          <p:cNvPr id="148" name="PlaceHolder 3"/>
          <p:cNvSpPr>
            <a:spLocks noGrp="1"/>
          </p:cNvSpPr>
          <p:nvPr>
            <p:ph type="dt" idx="4"/>
          </p:nvPr>
        </p:nvSpPr>
        <p:spPr>
          <a:xfrm>
            <a:off x="7457040" y="58831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 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" name="PlaceHolder 4"/>
          <p:cNvSpPr>
            <a:spLocks noGrp="1"/>
          </p:cNvSpPr>
          <p:nvPr>
            <p:ph type="ftr" idx="5"/>
          </p:nvPr>
        </p:nvSpPr>
        <p:spPr>
          <a:xfrm>
            <a:off x="1141560" y="588312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50" name="PlaceHolder 5"/>
          <p:cNvSpPr>
            <a:spLocks noGrp="1"/>
          </p:cNvSpPr>
          <p:nvPr>
            <p:ph type="sldNum" idx="6"/>
          </p:nvPr>
        </p:nvSpPr>
        <p:spPr>
          <a:xfrm>
            <a:off x="10276200" y="5883120"/>
            <a:ext cx="7704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C644B3B-670C-4F8D-AABF-7D7AD88729DA}" type="slidenum"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‹#›</a:t>
            </a:fld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1" name="Picture 2" descr="\\DROBO-FS\QuickDrops\JB\PPTX NG\Droplets\LightingOverlay.png"/>
          <p:cNvPicPr/>
          <p:nvPr/>
        </p:nvPicPr>
        <p:blipFill>
          <a:blip r:embed="rId2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52" name="Group 7"/>
          <p:cNvGrpSpPr/>
          <p:nvPr/>
        </p:nvGrpSpPr>
        <p:grpSpPr>
          <a:xfrm>
            <a:off x="-14400" y="0"/>
            <a:ext cx="12053160" cy="6857280"/>
            <a:chOff x="-14400" y="0"/>
            <a:chExt cx="12053160" cy="6857280"/>
          </a:xfrm>
        </p:grpSpPr>
        <p:grpSp>
          <p:nvGrpSpPr>
            <p:cNvPr id="153" name="Group 8"/>
            <p:cNvGrpSpPr/>
            <p:nvPr/>
          </p:nvGrpSpPr>
          <p:grpSpPr>
            <a:xfrm>
              <a:off x="-14400" y="0"/>
              <a:ext cx="1220400" cy="6857280"/>
              <a:chOff x="-14400" y="0"/>
              <a:chExt cx="1220400" cy="6857280"/>
            </a:xfrm>
          </p:grpSpPr>
          <p:sp>
            <p:nvSpPr>
              <p:cNvPr id="154" name="Rectangle 5"/>
              <p:cNvSpPr/>
              <p:nvPr/>
            </p:nvSpPr>
            <p:spPr>
              <a:xfrm>
                <a:off x="114480" y="468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5" name="Freeform 6"/>
              <p:cNvSpPr/>
              <p:nvPr/>
            </p:nvSpPr>
            <p:spPr>
              <a:xfrm>
                <a:off x="33480" y="217656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6" name="Freeform 7"/>
              <p:cNvSpPr/>
              <p:nvPr/>
            </p:nvSpPr>
            <p:spPr>
              <a:xfrm>
                <a:off x="28440" y="4021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7" name="Freeform 8"/>
              <p:cNvSpPr/>
              <p:nvPr/>
            </p:nvSpPr>
            <p:spPr>
              <a:xfrm>
                <a:off x="200160" y="4680"/>
                <a:ext cx="369000" cy="181044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10440"/>
                  <a:gd name="textAreaBottom" fmla="*/ 1811160 h 181044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8" name="Freeform 9"/>
              <p:cNvSpPr/>
              <p:nvPr/>
            </p:nvSpPr>
            <p:spPr>
              <a:xfrm>
                <a:off x="503280" y="18018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9" name="Freeform 10"/>
              <p:cNvSpPr/>
              <p:nvPr/>
            </p:nvSpPr>
            <p:spPr>
              <a:xfrm>
                <a:off x="285840" y="4680"/>
                <a:ext cx="369000" cy="142956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429560"/>
                  <a:gd name="textAreaBottom" fmla="*/ 1430280 h 142956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0" name="Freeform 11"/>
              <p:cNvSpPr/>
              <p:nvPr/>
            </p:nvSpPr>
            <p:spPr>
              <a:xfrm>
                <a:off x="546120" y="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5960" tIns="45000" rIns="759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1" name="Freeform 12"/>
              <p:cNvSpPr/>
              <p:nvPr/>
            </p:nvSpPr>
            <p:spPr>
              <a:xfrm>
                <a:off x="588960" y="14209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2" name="Freeform 13"/>
              <p:cNvSpPr/>
              <p:nvPr/>
            </p:nvSpPr>
            <p:spPr>
              <a:xfrm>
                <a:off x="588960" y="9032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3" name="Freeform 14"/>
              <p:cNvSpPr/>
              <p:nvPr/>
            </p:nvSpPr>
            <p:spPr>
              <a:xfrm>
                <a:off x="641520" y="0"/>
                <a:ext cx="421560" cy="526320"/>
              </a:xfrm>
              <a:custGeom>
                <a:avLst/>
                <a:gdLst>
                  <a:gd name="textAreaLeft" fmla="*/ 0 w 421560"/>
                  <a:gd name="textAreaRight" fmla="*/ 422280 w 421560"/>
                  <a:gd name="textAreaTop" fmla="*/ 0 h 526320"/>
                  <a:gd name="textAreaBottom" fmla="*/ 527040 h 52632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4" name="Freeform 15"/>
              <p:cNvSpPr/>
              <p:nvPr/>
            </p:nvSpPr>
            <p:spPr>
              <a:xfrm>
                <a:off x="1020600" y="488880"/>
                <a:ext cx="161280" cy="146880"/>
              </a:xfrm>
              <a:custGeom>
                <a:avLst/>
                <a:gdLst>
                  <a:gd name="textAreaLeft" fmla="*/ 0 w 161280"/>
                  <a:gd name="textAreaRight" fmla="*/ 162000 w 161280"/>
                  <a:gd name="textAreaTop" fmla="*/ 0 h 146880"/>
                  <a:gd name="textAreaBottom" fmla="*/ 147600 h 14688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80640" tIns="45000" rIns="8064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5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-44640" rIns="0" bIns="-44640" anchor="t" anchorCtr="1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6" name="Freeform 17"/>
              <p:cNvSpPr/>
              <p:nvPr/>
            </p:nvSpPr>
            <p:spPr>
              <a:xfrm>
                <a:off x="9360" y="1801800"/>
                <a:ext cx="123120" cy="126360"/>
              </a:xfrm>
              <a:custGeom>
                <a:avLst/>
                <a:gdLst>
                  <a:gd name="textAreaLeft" fmla="*/ 0 w 123120"/>
                  <a:gd name="textAreaRight" fmla="*/ 123840 w 123120"/>
                  <a:gd name="textAreaTop" fmla="*/ 0 h 126360"/>
                  <a:gd name="textAreaBottom" fmla="*/ 127080 h 12636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61560" tIns="45000" rIns="615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7" name="Freeform 18"/>
              <p:cNvSpPr/>
              <p:nvPr/>
            </p:nvSpPr>
            <p:spPr>
              <a:xfrm>
                <a:off x="-9360" y="3549600"/>
                <a:ext cx="146880" cy="480240"/>
              </a:xfrm>
              <a:custGeom>
                <a:avLst/>
                <a:gdLst>
                  <a:gd name="textAreaLeft" fmla="*/ 0 w 146880"/>
                  <a:gd name="textAreaRight" fmla="*/ 147600 w 146880"/>
                  <a:gd name="textAreaTop" fmla="*/ 0 h 480240"/>
                  <a:gd name="textAreaBottom" fmla="*/ 480960 h 48024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3440" tIns="45000" rIns="7344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8" name="Freeform 19"/>
              <p:cNvSpPr/>
              <p:nvPr/>
            </p:nvSpPr>
            <p:spPr>
              <a:xfrm>
                <a:off x="128520" y="1382760"/>
                <a:ext cx="142200" cy="475560"/>
              </a:xfrm>
              <a:custGeom>
                <a:avLst/>
                <a:gdLst>
                  <a:gd name="textAreaLeft" fmla="*/ 0 w 142200"/>
                  <a:gd name="textAreaRight" fmla="*/ 142920 w 142200"/>
                  <a:gd name="textAreaTop" fmla="*/ 0 h 475560"/>
                  <a:gd name="textAreaBottom" fmla="*/ 476280 h 47556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1280" tIns="45000" rIns="712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9" name="Freeform 20"/>
              <p:cNvSpPr/>
              <p:nvPr/>
            </p:nvSpPr>
            <p:spPr>
              <a:xfrm>
                <a:off x="204840" y="1849320"/>
                <a:ext cx="113760" cy="107280"/>
              </a:xfrm>
              <a:custGeom>
                <a:avLst/>
                <a:gdLst>
                  <a:gd name="textAreaLeft" fmla="*/ 0 w 113760"/>
                  <a:gd name="textAreaRight" fmla="*/ 114480 w 113760"/>
                  <a:gd name="textAreaTop" fmla="*/ 0 h 107280"/>
                  <a:gd name="textAreaBottom" fmla="*/ 108000 h 10728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56880" tIns="45000" rIns="568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0" name="Rectangle 21"/>
              <p:cNvSpPr/>
              <p:nvPr/>
            </p:nvSpPr>
            <p:spPr>
              <a:xfrm>
                <a:off x="133200" y="466236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1" name="Freeform 22"/>
              <p:cNvSpPr/>
              <p:nvPr/>
            </p:nvSpPr>
            <p:spPr>
              <a:xfrm>
                <a:off x="223920" y="5041800"/>
                <a:ext cx="369000" cy="180108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01080"/>
                  <a:gd name="textAreaBottom" fmla="*/ 1801800 h 180108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2" name="Freeform 23"/>
              <p:cNvSpPr/>
              <p:nvPr/>
            </p:nvSpPr>
            <p:spPr>
              <a:xfrm>
                <a:off x="52560" y="4481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3" name="Freeform 24"/>
              <p:cNvSpPr/>
              <p:nvPr/>
            </p:nvSpPr>
            <p:spPr>
              <a:xfrm>
                <a:off x="-14400" y="5627520"/>
                <a:ext cx="84960" cy="1215360"/>
              </a:xfrm>
              <a:custGeom>
                <a:avLst/>
                <a:gdLst>
                  <a:gd name="textAreaLeft" fmla="*/ 0 w 84960"/>
                  <a:gd name="textAreaRight" fmla="*/ 85680 w 84960"/>
                  <a:gd name="textAreaTop" fmla="*/ 0 h 1215360"/>
                  <a:gd name="textAreaBottom" fmla="*/ 1216080 h 121536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42480" tIns="45000" rIns="42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4" name="Freeform 25"/>
              <p:cNvSpPr/>
              <p:nvPr/>
            </p:nvSpPr>
            <p:spPr>
              <a:xfrm>
                <a:off x="527040" y="4867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5" name="Freeform 26"/>
              <p:cNvSpPr/>
              <p:nvPr/>
            </p:nvSpPr>
            <p:spPr>
              <a:xfrm>
                <a:off x="309600" y="5423040"/>
                <a:ext cx="374040" cy="1424880"/>
              </a:xfrm>
              <a:custGeom>
                <a:avLst/>
                <a:gdLst>
                  <a:gd name="textAreaLeft" fmla="*/ 0 w 374040"/>
                  <a:gd name="textAreaRight" fmla="*/ 374760 w 374040"/>
                  <a:gd name="textAreaTop" fmla="*/ 0 h 1424880"/>
                  <a:gd name="textAreaBottom" fmla="*/ 1425600 h 142488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6" name="Freeform 27"/>
              <p:cNvSpPr/>
              <p:nvPr/>
            </p:nvSpPr>
            <p:spPr>
              <a:xfrm>
                <a:off x="569880" y="594504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5960" tIns="45000" rIns="759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7" name="Freeform 28"/>
              <p:cNvSpPr/>
              <p:nvPr/>
            </p:nvSpPr>
            <p:spPr>
              <a:xfrm>
                <a:off x="612720" y="5246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8" name="Freeform 29"/>
              <p:cNvSpPr/>
              <p:nvPr/>
            </p:nvSpPr>
            <p:spPr>
              <a:xfrm>
                <a:off x="612720" y="57643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9" name="Freeform 30"/>
              <p:cNvSpPr/>
              <p:nvPr/>
            </p:nvSpPr>
            <p:spPr>
              <a:xfrm>
                <a:off x="669960" y="6330960"/>
                <a:ext cx="416880" cy="51696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6960"/>
                  <a:gd name="textAreaBottom" fmla="*/ 517680 h 51696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0" name="Freeform 31"/>
              <p:cNvSpPr/>
              <p:nvPr/>
            </p:nvSpPr>
            <p:spPr>
              <a:xfrm>
                <a:off x="1049400" y="6221520"/>
                <a:ext cx="156600" cy="14688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46880"/>
                  <a:gd name="textAreaBottom" fmla="*/ 147600 h 14688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181" name="Group 9"/>
            <p:cNvGrpSpPr/>
            <p:nvPr/>
          </p:nvGrpSpPr>
          <p:grpSpPr>
            <a:xfrm>
              <a:off x="11364840" y="0"/>
              <a:ext cx="673920" cy="6847920"/>
              <a:chOff x="11364840" y="0"/>
              <a:chExt cx="673920" cy="6847920"/>
            </a:xfrm>
          </p:grpSpPr>
          <p:sp>
            <p:nvSpPr>
              <p:cNvPr id="182" name="Freeform 32"/>
              <p:cNvSpPr/>
              <p:nvPr/>
            </p:nvSpPr>
            <p:spPr>
              <a:xfrm>
                <a:off x="11484000" y="0"/>
                <a:ext cx="416880" cy="51192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1920"/>
                  <a:gd name="textAreaBottom" fmla="*/ 512640 h 51192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3" name="Freeform 33"/>
              <p:cNvSpPr/>
              <p:nvPr/>
            </p:nvSpPr>
            <p:spPr>
              <a:xfrm>
                <a:off x="11364840" y="474840"/>
                <a:ext cx="156600" cy="15156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1560"/>
                  <a:gd name="textAreaBottom" fmla="*/ 152280 h 15156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4" name="Freeform 34"/>
              <p:cNvSpPr/>
              <p:nvPr/>
            </p:nvSpPr>
            <p:spPr>
              <a:xfrm>
                <a:off x="11631600" y="1539720"/>
                <a:ext cx="188280" cy="18972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5" name="Freeform 35"/>
              <p:cNvSpPr/>
              <p:nvPr/>
            </p:nvSpPr>
            <p:spPr>
              <a:xfrm>
                <a:off x="11531520" y="5694480"/>
                <a:ext cx="297720" cy="1153440"/>
              </a:xfrm>
              <a:custGeom>
                <a:avLst/>
                <a:gdLst>
                  <a:gd name="textAreaLeft" fmla="*/ 0 w 297720"/>
                  <a:gd name="textAreaRight" fmla="*/ 298440 w 297720"/>
                  <a:gd name="textAreaTop" fmla="*/ 0 h 1153440"/>
                  <a:gd name="textAreaBottom" fmla="*/ 1154160 h 115344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6" name="Freeform 36"/>
              <p:cNvSpPr/>
              <p:nvPr/>
            </p:nvSpPr>
            <p:spPr>
              <a:xfrm>
                <a:off x="11773080" y="5551560"/>
                <a:ext cx="156600" cy="15480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4800"/>
                  <a:gd name="textAreaBottom" fmla="*/ 155520 h 15480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7" name="Freeform 37"/>
              <p:cNvSpPr/>
              <p:nvPr/>
            </p:nvSpPr>
            <p:spPr>
              <a:xfrm>
                <a:off x="11711160" y="4680"/>
                <a:ext cx="304200" cy="1544040"/>
              </a:xfrm>
              <a:custGeom>
                <a:avLst/>
                <a:gdLst>
                  <a:gd name="textAreaLeft" fmla="*/ 0 w 304200"/>
                  <a:gd name="textAreaRight" fmla="*/ 304920 w 304200"/>
                  <a:gd name="textAreaTop" fmla="*/ 0 h 1544040"/>
                  <a:gd name="textAreaBottom" fmla="*/ 1544760 h 154404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8" name="Freeform 38"/>
              <p:cNvSpPr/>
              <p:nvPr/>
            </p:nvSpPr>
            <p:spPr>
              <a:xfrm>
                <a:off x="11636280" y="4867200"/>
                <a:ext cx="188280" cy="18828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9" name="Freeform 39"/>
              <p:cNvSpPr/>
              <p:nvPr/>
            </p:nvSpPr>
            <p:spPr>
              <a:xfrm>
                <a:off x="11441160" y="5046840"/>
                <a:ext cx="307080" cy="1801080"/>
              </a:xfrm>
              <a:custGeom>
                <a:avLst/>
                <a:gdLst>
                  <a:gd name="textAreaLeft" fmla="*/ 0 w 307080"/>
                  <a:gd name="textAreaRight" fmla="*/ 307800 w 307080"/>
                  <a:gd name="textAreaTop" fmla="*/ 0 h 1801080"/>
                  <a:gd name="textAreaBottom" fmla="*/ 1801800 h 180108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0" name="Freeform 40"/>
              <p:cNvSpPr/>
              <p:nvPr/>
            </p:nvSpPr>
            <p:spPr>
              <a:xfrm>
                <a:off x="11849040" y="641664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1" name="Rectangle 41"/>
              <p:cNvSpPr/>
              <p:nvPr/>
            </p:nvSpPr>
            <p:spPr>
              <a:xfrm>
                <a:off x="11939760" y="6595920"/>
                <a:ext cx="23040" cy="251640"/>
              </a:xfrm>
              <a:prstGeom prst="rect">
                <a:avLst/>
              </a:pr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1141560" y="1419120"/>
            <a:ext cx="9905400" cy="285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title style</a:t>
            </a:r>
          </a:p>
        </p:txBody>
      </p:sp>
      <p:sp>
        <p:nvSpPr>
          <p:cNvPr id="193" name="PlaceHolder 2"/>
          <p:cNvSpPr>
            <a:spLocks noGrp="1"/>
          </p:cNvSpPr>
          <p:nvPr>
            <p:ph type="body"/>
          </p:nvPr>
        </p:nvSpPr>
        <p:spPr>
          <a:xfrm>
            <a:off x="1141560" y="4424400"/>
            <a:ext cx="9905400" cy="1374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 cap="all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 cap="all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Click to edit Master text styles</a:t>
            </a:r>
          </a:p>
        </p:txBody>
      </p:sp>
      <p:sp>
        <p:nvSpPr>
          <p:cNvPr id="194" name="PlaceHolder 3"/>
          <p:cNvSpPr>
            <a:spLocks noGrp="1"/>
          </p:cNvSpPr>
          <p:nvPr>
            <p:ph type="dt" idx="7"/>
          </p:nvPr>
        </p:nvSpPr>
        <p:spPr>
          <a:xfrm>
            <a:off x="7457040" y="58831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&lt;date/time&gt;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" name="PlaceHolder 4"/>
          <p:cNvSpPr>
            <a:spLocks noGrp="1"/>
          </p:cNvSpPr>
          <p:nvPr>
            <p:ph type="ftr" idx="8"/>
          </p:nvPr>
        </p:nvSpPr>
        <p:spPr>
          <a:xfrm>
            <a:off x="1141560" y="588312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96" name="PlaceHolder 5"/>
          <p:cNvSpPr>
            <a:spLocks noGrp="1"/>
          </p:cNvSpPr>
          <p:nvPr>
            <p:ph type="sldNum" idx="9"/>
          </p:nvPr>
        </p:nvSpPr>
        <p:spPr>
          <a:xfrm>
            <a:off x="10276200" y="5883120"/>
            <a:ext cx="7704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A4F3A7FC-2CDE-490F-AD06-4EE2F70E0995}" type="slidenum"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‹#›</a:t>
            </a:fld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" name="Picture 2" descr="\\DROBO-FS\QuickDrops\JB\PPTX NG\Droplets\LightingOverlay.png"/>
          <p:cNvPicPr/>
          <p:nvPr/>
        </p:nvPicPr>
        <p:blipFill>
          <a:blip r:embed="rId2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98" name="Group 7"/>
          <p:cNvGrpSpPr/>
          <p:nvPr/>
        </p:nvGrpSpPr>
        <p:grpSpPr>
          <a:xfrm>
            <a:off x="-14400" y="0"/>
            <a:ext cx="12053160" cy="6857280"/>
            <a:chOff x="-14400" y="0"/>
            <a:chExt cx="12053160" cy="6857280"/>
          </a:xfrm>
        </p:grpSpPr>
        <p:grpSp>
          <p:nvGrpSpPr>
            <p:cNvPr id="199" name="Group 8"/>
            <p:cNvGrpSpPr/>
            <p:nvPr/>
          </p:nvGrpSpPr>
          <p:grpSpPr>
            <a:xfrm>
              <a:off x="-14400" y="0"/>
              <a:ext cx="1220400" cy="6857280"/>
              <a:chOff x="-14400" y="0"/>
              <a:chExt cx="1220400" cy="6857280"/>
            </a:xfrm>
          </p:grpSpPr>
          <p:sp>
            <p:nvSpPr>
              <p:cNvPr id="200" name="Rectangle 5"/>
              <p:cNvSpPr/>
              <p:nvPr/>
            </p:nvSpPr>
            <p:spPr>
              <a:xfrm>
                <a:off x="114480" y="468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1" name="Freeform 6"/>
              <p:cNvSpPr/>
              <p:nvPr/>
            </p:nvSpPr>
            <p:spPr>
              <a:xfrm>
                <a:off x="33480" y="217656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2" name="Freeform 7"/>
              <p:cNvSpPr/>
              <p:nvPr/>
            </p:nvSpPr>
            <p:spPr>
              <a:xfrm>
                <a:off x="28440" y="4021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3" name="Freeform 8"/>
              <p:cNvSpPr/>
              <p:nvPr/>
            </p:nvSpPr>
            <p:spPr>
              <a:xfrm>
                <a:off x="200160" y="4680"/>
                <a:ext cx="369000" cy="181044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10440"/>
                  <a:gd name="textAreaBottom" fmla="*/ 1811160 h 181044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4" name="Freeform 9"/>
              <p:cNvSpPr/>
              <p:nvPr/>
            </p:nvSpPr>
            <p:spPr>
              <a:xfrm>
                <a:off x="503280" y="18018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5" name="Freeform 10"/>
              <p:cNvSpPr/>
              <p:nvPr/>
            </p:nvSpPr>
            <p:spPr>
              <a:xfrm>
                <a:off x="285840" y="4680"/>
                <a:ext cx="369000" cy="142956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429560"/>
                  <a:gd name="textAreaBottom" fmla="*/ 1430280 h 142956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6" name="Freeform 11"/>
              <p:cNvSpPr/>
              <p:nvPr/>
            </p:nvSpPr>
            <p:spPr>
              <a:xfrm>
                <a:off x="546120" y="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5960" tIns="45000" rIns="759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7" name="Freeform 12"/>
              <p:cNvSpPr/>
              <p:nvPr/>
            </p:nvSpPr>
            <p:spPr>
              <a:xfrm>
                <a:off x="588960" y="14209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8" name="Freeform 13"/>
              <p:cNvSpPr/>
              <p:nvPr/>
            </p:nvSpPr>
            <p:spPr>
              <a:xfrm>
                <a:off x="588960" y="9032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9" name="Freeform 14"/>
              <p:cNvSpPr/>
              <p:nvPr/>
            </p:nvSpPr>
            <p:spPr>
              <a:xfrm>
                <a:off x="641520" y="0"/>
                <a:ext cx="421560" cy="526320"/>
              </a:xfrm>
              <a:custGeom>
                <a:avLst/>
                <a:gdLst>
                  <a:gd name="textAreaLeft" fmla="*/ 0 w 421560"/>
                  <a:gd name="textAreaRight" fmla="*/ 422280 w 421560"/>
                  <a:gd name="textAreaTop" fmla="*/ 0 h 526320"/>
                  <a:gd name="textAreaBottom" fmla="*/ 527040 h 52632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0" name="Freeform 15"/>
              <p:cNvSpPr/>
              <p:nvPr/>
            </p:nvSpPr>
            <p:spPr>
              <a:xfrm>
                <a:off x="1020600" y="488880"/>
                <a:ext cx="161280" cy="146880"/>
              </a:xfrm>
              <a:custGeom>
                <a:avLst/>
                <a:gdLst>
                  <a:gd name="textAreaLeft" fmla="*/ 0 w 161280"/>
                  <a:gd name="textAreaRight" fmla="*/ 162000 w 161280"/>
                  <a:gd name="textAreaTop" fmla="*/ 0 h 146880"/>
                  <a:gd name="textAreaBottom" fmla="*/ 147600 h 14688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80640" tIns="45000" rIns="8064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1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-44640" rIns="0" bIns="-44640" anchor="t" anchorCtr="1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2" name="Freeform 17"/>
              <p:cNvSpPr/>
              <p:nvPr/>
            </p:nvSpPr>
            <p:spPr>
              <a:xfrm>
                <a:off x="9360" y="1801800"/>
                <a:ext cx="123120" cy="126360"/>
              </a:xfrm>
              <a:custGeom>
                <a:avLst/>
                <a:gdLst>
                  <a:gd name="textAreaLeft" fmla="*/ 0 w 123120"/>
                  <a:gd name="textAreaRight" fmla="*/ 123840 w 123120"/>
                  <a:gd name="textAreaTop" fmla="*/ 0 h 126360"/>
                  <a:gd name="textAreaBottom" fmla="*/ 127080 h 12636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61560" tIns="45000" rIns="615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3" name="Freeform 18"/>
              <p:cNvSpPr/>
              <p:nvPr/>
            </p:nvSpPr>
            <p:spPr>
              <a:xfrm>
                <a:off x="-9360" y="3549600"/>
                <a:ext cx="146880" cy="480240"/>
              </a:xfrm>
              <a:custGeom>
                <a:avLst/>
                <a:gdLst>
                  <a:gd name="textAreaLeft" fmla="*/ 0 w 146880"/>
                  <a:gd name="textAreaRight" fmla="*/ 147600 w 146880"/>
                  <a:gd name="textAreaTop" fmla="*/ 0 h 480240"/>
                  <a:gd name="textAreaBottom" fmla="*/ 480960 h 48024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3440" tIns="45000" rIns="7344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4" name="Freeform 19"/>
              <p:cNvSpPr/>
              <p:nvPr/>
            </p:nvSpPr>
            <p:spPr>
              <a:xfrm>
                <a:off x="128520" y="1382760"/>
                <a:ext cx="142200" cy="475560"/>
              </a:xfrm>
              <a:custGeom>
                <a:avLst/>
                <a:gdLst>
                  <a:gd name="textAreaLeft" fmla="*/ 0 w 142200"/>
                  <a:gd name="textAreaRight" fmla="*/ 142920 w 142200"/>
                  <a:gd name="textAreaTop" fmla="*/ 0 h 475560"/>
                  <a:gd name="textAreaBottom" fmla="*/ 476280 h 47556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1280" tIns="45000" rIns="712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5" name="Freeform 20"/>
              <p:cNvSpPr/>
              <p:nvPr/>
            </p:nvSpPr>
            <p:spPr>
              <a:xfrm>
                <a:off x="204840" y="1849320"/>
                <a:ext cx="113760" cy="107280"/>
              </a:xfrm>
              <a:custGeom>
                <a:avLst/>
                <a:gdLst>
                  <a:gd name="textAreaLeft" fmla="*/ 0 w 113760"/>
                  <a:gd name="textAreaRight" fmla="*/ 114480 w 113760"/>
                  <a:gd name="textAreaTop" fmla="*/ 0 h 107280"/>
                  <a:gd name="textAreaBottom" fmla="*/ 108000 h 10728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56880" tIns="45000" rIns="568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6" name="Rectangle 21"/>
              <p:cNvSpPr/>
              <p:nvPr/>
            </p:nvSpPr>
            <p:spPr>
              <a:xfrm>
                <a:off x="133200" y="466236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7" name="Freeform 22"/>
              <p:cNvSpPr/>
              <p:nvPr/>
            </p:nvSpPr>
            <p:spPr>
              <a:xfrm>
                <a:off x="223920" y="5041800"/>
                <a:ext cx="369000" cy="180108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01080"/>
                  <a:gd name="textAreaBottom" fmla="*/ 1801800 h 180108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8" name="Freeform 23"/>
              <p:cNvSpPr/>
              <p:nvPr/>
            </p:nvSpPr>
            <p:spPr>
              <a:xfrm>
                <a:off x="52560" y="4481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9" name="Freeform 24"/>
              <p:cNvSpPr/>
              <p:nvPr/>
            </p:nvSpPr>
            <p:spPr>
              <a:xfrm>
                <a:off x="-14400" y="5627520"/>
                <a:ext cx="84960" cy="1215360"/>
              </a:xfrm>
              <a:custGeom>
                <a:avLst/>
                <a:gdLst>
                  <a:gd name="textAreaLeft" fmla="*/ 0 w 84960"/>
                  <a:gd name="textAreaRight" fmla="*/ 85680 w 84960"/>
                  <a:gd name="textAreaTop" fmla="*/ 0 h 1215360"/>
                  <a:gd name="textAreaBottom" fmla="*/ 1216080 h 121536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42480" tIns="45000" rIns="42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0" name="Freeform 25"/>
              <p:cNvSpPr/>
              <p:nvPr/>
            </p:nvSpPr>
            <p:spPr>
              <a:xfrm>
                <a:off x="527040" y="4867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1" name="Freeform 26"/>
              <p:cNvSpPr/>
              <p:nvPr/>
            </p:nvSpPr>
            <p:spPr>
              <a:xfrm>
                <a:off x="309600" y="5423040"/>
                <a:ext cx="374040" cy="1424880"/>
              </a:xfrm>
              <a:custGeom>
                <a:avLst/>
                <a:gdLst>
                  <a:gd name="textAreaLeft" fmla="*/ 0 w 374040"/>
                  <a:gd name="textAreaRight" fmla="*/ 374760 w 374040"/>
                  <a:gd name="textAreaTop" fmla="*/ 0 h 1424880"/>
                  <a:gd name="textAreaBottom" fmla="*/ 1425600 h 142488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2" name="Freeform 27"/>
              <p:cNvSpPr/>
              <p:nvPr/>
            </p:nvSpPr>
            <p:spPr>
              <a:xfrm>
                <a:off x="569880" y="594504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5960" tIns="45000" rIns="759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3" name="Freeform 28"/>
              <p:cNvSpPr/>
              <p:nvPr/>
            </p:nvSpPr>
            <p:spPr>
              <a:xfrm>
                <a:off x="612720" y="5246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4" name="Freeform 29"/>
              <p:cNvSpPr/>
              <p:nvPr/>
            </p:nvSpPr>
            <p:spPr>
              <a:xfrm>
                <a:off x="612720" y="57643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5" name="Freeform 30"/>
              <p:cNvSpPr/>
              <p:nvPr/>
            </p:nvSpPr>
            <p:spPr>
              <a:xfrm>
                <a:off x="669960" y="6330960"/>
                <a:ext cx="416880" cy="51696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6960"/>
                  <a:gd name="textAreaBottom" fmla="*/ 517680 h 51696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6" name="Freeform 31"/>
              <p:cNvSpPr/>
              <p:nvPr/>
            </p:nvSpPr>
            <p:spPr>
              <a:xfrm>
                <a:off x="1049400" y="6221520"/>
                <a:ext cx="156600" cy="14688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46880"/>
                  <a:gd name="textAreaBottom" fmla="*/ 147600 h 14688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227" name="Group 9"/>
            <p:cNvGrpSpPr/>
            <p:nvPr/>
          </p:nvGrpSpPr>
          <p:grpSpPr>
            <a:xfrm>
              <a:off x="11364840" y="0"/>
              <a:ext cx="673920" cy="6847920"/>
              <a:chOff x="11364840" y="0"/>
              <a:chExt cx="673920" cy="6847920"/>
            </a:xfrm>
          </p:grpSpPr>
          <p:sp>
            <p:nvSpPr>
              <p:cNvPr id="228" name="Freeform 32"/>
              <p:cNvSpPr/>
              <p:nvPr/>
            </p:nvSpPr>
            <p:spPr>
              <a:xfrm>
                <a:off x="11484000" y="0"/>
                <a:ext cx="416880" cy="51192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1920"/>
                  <a:gd name="textAreaBottom" fmla="*/ 512640 h 51192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9" name="Freeform 33"/>
              <p:cNvSpPr/>
              <p:nvPr/>
            </p:nvSpPr>
            <p:spPr>
              <a:xfrm>
                <a:off x="11364840" y="474840"/>
                <a:ext cx="156600" cy="15156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1560"/>
                  <a:gd name="textAreaBottom" fmla="*/ 152280 h 15156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0" name="Freeform 34"/>
              <p:cNvSpPr/>
              <p:nvPr/>
            </p:nvSpPr>
            <p:spPr>
              <a:xfrm>
                <a:off x="11631600" y="1539720"/>
                <a:ext cx="188280" cy="18972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1" name="Freeform 35"/>
              <p:cNvSpPr/>
              <p:nvPr/>
            </p:nvSpPr>
            <p:spPr>
              <a:xfrm>
                <a:off x="11531520" y="5694480"/>
                <a:ext cx="297720" cy="1153440"/>
              </a:xfrm>
              <a:custGeom>
                <a:avLst/>
                <a:gdLst>
                  <a:gd name="textAreaLeft" fmla="*/ 0 w 297720"/>
                  <a:gd name="textAreaRight" fmla="*/ 298440 w 297720"/>
                  <a:gd name="textAreaTop" fmla="*/ 0 h 1153440"/>
                  <a:gd name="textAreaBottom" fmla="*/ 1154160 h 115344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2" name="Freeform 36"/>
              <p:cNvSpPr/>
              <p:nvPr/>
            </p:nvSpPr>
            <p:spPr>
              <a:xfrm>
                <a:off x="11773080" y="5551560"/>
                <a:ext cx="156600" cy="15480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4800"/>
                  <a:gd name="textAreaBottom" fmla="*/ 155520 h 15480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3" name="Freeform 37"/>
              <p:cNvSpPr/>
              <p:nvPr/>
            </p:nvSpPr>
            <p:spPr>
              <a:xfrm>
                <a:off x="11711160" y="4680"/>
                <a:ext cx="304200" cy="1544040"/>
              </a:xfrm>
              <a:custGeom>
                <a:avLst/>
                <a:gdLst>
                  <a:gd name="textAreaLeft" fmla="*/ 0 w 304200"/>
                  <a:gd name="textAreaRight" fmla="*/ 304920 w 304200"/>
                  <a:gd name="textAreaTop" fmla="*/ 0 h 1544040"/>
                  <a:gd name="textAreaBottom" fmla="*/ 1544760 h 154404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4" name="Freeform 38"/>
              <p:cNvSpPr/>
              <p:nvPr/>
            </p:nvSpPr>
            <p:spPr>
              <a:xfrm>
                <a:off x="11636280" y="4867200"/>
                <a:ext cx="188280" cy="18828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5" name="Freeform 39"/>
              <p:cNvSpPr/>
              <p:nvPr/>
            </p:nvSpPr>
            <p:spPr>
              <a:xfrm>
                <a:off x="11441160" y="5046840"/>
                <a:ext cx="307080" cy="1801080"/>
              </a:xfrm>
              <a:custGeom>
                <a:avLst/>
                <a:gdLst>
                  <a:gd name="textAreaLeft" fmla="*/ 0 w 307080"/>
                  <a:gd name="textAreaRight" fmla="*/ 307800 w 307080"/>
                  <a:gd name="textAreaTop" fmla="*/ 0 h 1801080"/>
                  <a:gd name="textAreaBottom" fmla="*/ 1801800 h 180108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6" name="Freeform 40"/>
              <p:cNvSpPr/>
              <p:nvPr/>
            </p:nvSpPr>
            <p:spPr>
              <a:xfrm>
                <a:off x="11849040" y="641664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7" name="Rectangle 41"/>
              <p:cNvSpPr/>
              <p:nvPr/>
            </p:nvSpPr>
            <p:spPr>
              <a:xfrm>
                <a:off x="11939760" y="6595920"/>
                <a:ext cx="23040" cy="251640"/>
              </a:xfrm>
              <a:prstGeom prst="rect">
                <a:avLst/>
              </a:pr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238" name="PlaceHolder 1"/>
          <p:cNvSpPr>
            <a:spLocks noGrp="1"/>
          </p:cNvSpPr>
          <p:nvPr>
            <p:ph type="title"/>
          </p:nvPr>
        </p:nvSpPr>
        <p:spPr>
          <a:xfrm>
            <a:off x="1141560" y="618480"/>
            <a:ext cx="9905400" cy="1477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title style</a:t>
            </a:r>
          </a:p>
        </p:txBody>
      </p:sp>
      <p:sp>
        <p:nvSpPr>
          <p:cNvPr id="239" name="PlaceHolder 2"/>
          <p:cNvSpPr>
            <a:spLocks noGrp="1"/>
          </p:cNvSpPr>
          <p:nvPr>
            <p:ph type="body"/>
          </p:nvPr>
        </p:nvSpPr>
        <p:spPr>
          <a:xfrm>
            <a:off x="1141560" y="2249640"/>
            <a:ext cx="4877640" cy="354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  <a:lvl2pPr lvl="1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2pPr>
            <a:lvl3pPr lvl="2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3pPr>
            <a:lvl4pPr lvl="3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4pPr>
            <a:lvl5pPr lvl="4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5pPr>
          </a:lstStyle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</a:p>
          <a:p>
            <a:pPr marL="685800" lvl="1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Second level</a:t>
            </a:r>
          </a:p>
          <a:p>
            <a:pPr marL="1143000" lvl="2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Third level</a:t>
            </a:r>
          </a:p>
          <a:p>
            <a:pPr marL="1600200" lvl="3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Fourth level</a:t>
            </a:r>
          </a:p>
          <a:p>
            <a:pPr marL="2057400" lvl="4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Fifth level</a:t>
            </a:r>
          </a:p>
        </p:txBody>
      </p:sp>
      <p:sp>
        <p:nvSpPr>
          <p:cNvPr id="240" name="PlaceHolder 3"/>
          <p:cNvSpPr>
            <a:spLocks noGrp="1"/>
          </p:cNvSpPr>
          <p:nvPr>
            <p:ph type="body"/>
          </p:nvPr>
        </p:nvSpPr>
        <p:spPr>
          <a:xfrm>
            <a:off x="6172200" y="2249640"/>
            <a:ext cx="4874400" cy="354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  <a:lvl2pPr lvl="1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2pPr>
            <a:lvl3pPr lvl="2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3pPr>
            <a:lvl4pPr lvl="3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4pPr>
            <a:lvl5pPr lvl="4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5pPr>
          </a:lstStyle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</a:p>
          <a:p>
            <a:pPr marL="685800" lvl="1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Second level</a:t>
            </a:r>
          </a:p>
          <a:p>
            <a:pPr marL="1143000" lvl="2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Third level</a:t>
            </a:r>
          </a:p>
          <a:p>
            <a:pPr marL="1600200" lvl="3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Fourth level</a:t>
            </a:r>
          </a:p>
          <a:p>
            <a:pPr marL="2057400" lvl="4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Fifth level</a:t>
            </a:r>
          </a:p>
        </p:txBody>
      </p:sp>
      <p:sp>
        <p:nvSpPr>
          <p:cNvPr id="241" name="PlaceHolder 4"/>
          <p:cNvSpPr>
            <a:spLocks noGrp="1"/>
          </p:cNvSpPr>
          <p:nvPr>
            <p:ph type="dt" idx="10"/>
          </p:nvPr>
        </p:nvSpPr>
        <p:spPr>
          <a:xfrm>
            <a:off x="7457040" y="58831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&lt;date/time&gt;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" name="PlaceHolder 5"/>
          <p:cNvSpPr>
            <a:spLocks noGrp="1"/>
          </p:cNvSpPr>
          <p:nvPr>
            <p:ph type="ftr" idx="11"/>
          </p:nvPr>
        </p:nvSpPr>
        <p:spPr>
          <a:xfrm>
            <a:off x="1141560" y="588312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43" name="PlaceHolder 6"/>
          <p:cNvSpPr>
            <a:spLocks noGrp="1"/>
          </p:cNvSpPr>
          <p:nvPr>
            <p:ph type="sldNum" idx="12"/>
          </p:nvPr>
        </p:nvSpPr>
        <p:spPr>
          <a:xfrm>
            <a:off x="10276200" y="5883120"/>
            <a:ext cx="7704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8FE2B01-0811-4E0C-9F13-6A5680AC369B}" type="slidenum"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‹#›</a:t>
            </a:fld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4" name="Picture 2" descr="\\DROBO-FS\QuickDrops\JB\PPTX NG\Droplets\LightingOverlay.png"/>
          <p:cNvPicPr/>
          <p:nvPr/>
        </p:nvPicPr>
        <p:blipFill>
          <a:blip r:embed="rId2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245" name="Group 7"/>
          <p:cNvGrpSpPr/>
          <p:nvPr/>
        </p:nvGrpSpPr>
        <p:grpSpPr>
          <a:xfrm>
            <a:off x="-14400" y="0"/>
            <a:ext cx="12053160" cy="6857280"/>
            <a:chOff x="-14400" y="0"/>
            <a:chExt cx="12053160" cy="6857280"/>
          </a:xfrm>
        </p:grpSpPr>
        <p:grpSp>
          <p:nvGrpSpPr>
            <p:cNvPr id="246" name="Group 8"/>
            <p:cNvGrpSpPr/>
            <p:nvPr/>
          </p:nvGrpSpPr>
          <p:grpSpPr>
            <a:xfrm>
              <a:off x="-14400" y="0"/>
              <a:ext cx="1220400" cy="6857280"/>
              <a:chOff x="-14400" y="0"/>
              <a:chExt cx="1220400" cy="6857280"/>
            </a:xfrm>
          </p:grpSpPr>
          <p:sp>
            <p:nvSpPr>
              <p:cNvPr id="247" name="Rectangle 5"/>
              <p:cNvSpPr/>
              <p:nvPr/>
            </p:nvSpPr>
            <p:spPr>
              <a:xfrm>
                <a:off x="114480" y="468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8" name="Freeform 6"/>
              <p:cNvSpPr/>
              <p:nvPr/>
            </p:nvSpPr>
            <p:spPr>
              <a:xfrm>
                <a:off x="33480" y="217656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9" name="Freeform 7"/>
              <p:cNvSpPr/>
              <p:nvPr/>
            </p:nvSpPr>
            <p:spPr>
              <a:xfrm>
                <a:off x="28440" y="4021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0" name="Freeform 8"/>
              <p:cNvSpPr/>
              <p:nvPr/>
            </p:nvSpPr>
            <p:spPr>
              <a:xfrm>
                <a:off x="200160" y="4680"/>
                <a:ext cx="369000" cy="181044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10440"/>
                  <a:gd name="textAreaBottom" fmla="*/ 1811160 h 181044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1" name="Freeform 9"/>
              <p:cNvSpPr/>
              <p:nvPr/>
            </p:nvSpPr>
            <p:spPr>
              <a:xfrm>
                <a:off x="503280" y="18018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2" name="Freeform 10"/>
              <p:cNvSpPr/>
              <p:nvPr/>
            </p:nvSpPr>
            <p:spPr>
              <a:xfrm>
                <a:off x="285840" y="4680"/>
                <a:ext cx="369000" cy="142956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429560"/>
                  <a:gd name="textAreaBottom" fmla="*/ 1430280 h 142956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3" name="Freeform 11"/>
              <p:cNvSpPr/>
              <p:nvPr/>
            </p:nvSpPr>
            <p:spPr>
              <a:xfrm>
                <a:off x="546120" y="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5960" tIns="45000" rIns="759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4" name="Freeform 12"/>
              <p:cNvSpPr/>
              <p:nvPr/>
            </p:nvSpPr>
            <p:spPr>
              <a:xfrm>
                <a:off x="588960" y="14209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5" name="Freeform 13"/>
              <p:cNvSpPr/>
              <p:nvPr/>
            </p:nvSpPr>
            <p:spPr>
              <a:xfrm>
                <a:off x="588960" y="9032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6" name="Freeform 14"/>
              <p:cNvSpPr/>
              <p:nvPr/>
            </p:nvSpPr>
            <p:spPr>
              <a:xfrm>
                <a:off x="641520" y="0"/>
                <a:ext cx="421560" cy="526320"/>
              </a:xfrm>
              <a:custGeom>
                <a:avLst/>
                <a:gdLst>
                  <a:gd name="textAreaLeft" fmla="*/ 0 w 421560"/>
                  <a:gd name="textAreaRight" fmla="*/ 422280 w 421560"/>
                  <a:gd name="textAreaTop" fmla="*/ 0 h 526320"/>
                  <a:gd name="textAreaBottom" fmla="*/ 527040 h 52632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7" name="Freeform 15"/>
              <p:cNvSpPr/>
              <p:nvPr/>
            </p:nvSpPr>
            <p:spPr>
              <a:xfrm>
                <a:off x="1020600" y="488880"/>
                <a:ext cx="161280" cy="146880"/>
              </a:xfrm>
              <a:custGeom>
                <a:avLst/>
                <a:gdLst>
                  <a:gd name="textAreaLeft" fmla="*/ 0 w 161280"/>
                  <a:gd name="textAreaRight" fmla="*/ 162000 w 161280"/>
                  <a:gd name="textAreaTop" fmla="*/ 0 h 146880"/>
                  <a:gd name="textAreaBottom" fmla="*/ 147600 h 14688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80640" tIns="45000" rIns="8064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8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-44640" rIns="0" bIns="-44640" anchor="t" anchorCtr="1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9" name="Freeform 17"/>
              <p:cNvSpPr/>
              <p:nvPr/>
            </p:nvSpPr>
            <p:spPr>
              <a:xfrm>
                <a:off x="9360" y="1801800"/>
                <a:ext cx="123120" cy="126360"/>
              </a:xfrm>
              <a:custGeom>
                <a:avLst/>
                <a:gdLst>
                  <a:gd name="textAreaLeft" fmla="*/ 0 w 123120"/>
                  <a:gd name="textAreaRight" fmla="*/ 123840 w 123120"/>
                  <a:gd name="textAreaTop" fmla="*/ 0 h 126360"/>
                  <a:gd name="textAreaBottom" fmla="*/ 127080 h 12636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61560" tIns="45000" rIns="615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0" name="Freeform 18"/>
              <p:cNvSpPr/>
              <p:nvPr/>
            </p:nvSpPr>
            <p:spPr>
              <a:xfrm>
                <a:off x="-9360" y="3549600"/>
                <a:ext cx="146880" cy="480240"/>
              </a:xfrm>
              <a:custGeom>
                <a:avLst/>
                <a:gdLst>
                  <a:gd name="textAreaLeft" fmla="*/ 0 w 146880"/>
                  <a:gd name="textAreaRight" fmla="*/ 147600 w 146880"/>
                  <a:gd name="textAreaTop" fmla="*/ 0 h 480240"/>
                  <a:gd name="textAreaBottom" fmla="*/ 480960 h 48024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3440" tIns="45000" rIns="7344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1" name="Freeform 19"/>
              <p:cNvSpPr/>
              <p:nvPr/>
            </p:nvSpPr>
            <p:spPr>
              <a:xfrm>
                <a:off x="128520" y="1382760"/>
                <a:ext cx="142200" cy="475560"/>
              </a:xfrm>
              <a:custGeom>
                <a:avLst/>
                <a:gdLst>
                  <a:gd name="textAreaLeft" fmla="*/ 0 w 142200"/>
                  <a:gd name="textAreaRight" fmla="*/ 142920 w 142200"/>
                  <a:gd name="textAreaTop" fmla="*/ 0 h 475560"/>
                  <a:gd name="textAreaBottom" fmla="*/ 476280 h 47556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1280" tIns="45000" rIns="712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2" name="Freeform 20"/>
              <p:cNvSpPr/>
              <p:nvPr/>
            </p:nvSpPr>
            <p:spPr>
              <a:xfrm>
                <a:off x="204840" y="1849320"/>
                <a:ext cx="113760" cy="107280"/>
              </a:xfrm>
              <a:custGeom>
                <a:avLst/>
                <a:gdLst>
                  <a:gd name="textAreaLeft" fmla="*/ 0 w 113760"/>
                  <a:gd name="textAreaRight" fmla="*/ 114480 w 113760"/>
                  <a:gd name="textAreaTop" fmla="*/ 0 h 107280"/>
                  <a:gd name="textAreaBottom" fmla="*/ 108000 h 10728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56880" tIns="45000" rIns="568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3" name="Rectangle 21"/>
              <p:cNvSpPr/>
              <p:nvPr/>
            </p:nvSpPr>
            <p:spPr>
              <a:xfrm>
                <a:off x="133200" y="466236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4" name="Freeform 22"/>
              <p:cNvSpPr/>
              <p:nvPr/>
            </p:nvSpPr>
            <p:spPr>
              <a:xfrm>
                <a:off x="223920" y="5041800"/>
                <a:ext cx="369000" cy="180108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01080"/>
                  <a:gd name="textAreaBottom" fmla="*/ 1801800 h 180108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5" name="Freeform 23"/>
              <p:cNvSpPr/>
              <p:nvPr/>
            </p:nvSpPr>
            <p:spPr>
              <a:xfrm>
                <a:off x="52560" y="4481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6" name="Freeform 24"/>
              <p:cNvSpPr/>
              <p:nvPr/>
            </p:nvSpPr>
            <p:spPr>
              <a:xfrm>
                <a:off x="-14400" y="5627520"/>
                <a:ext cx="84960" cy="1215360"/>
              </a:xfrm>
              <a:custGeom>
                <a:avLst/>
                <a:gdLst>
                  <a:gd name="textAreaLeft" fmla="*/ 0 w 84960"/>
                  <a:gd name="textAreaRight" fmla="*/ 85680 w 84960"/>
                  <a:gd name="textAreaTop" fmla="*/ 0 h 1215360"/>
                  <a:gd name="textAreaBottom" fmla="*/ 1216080 h 121536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42480" tIns="45000" rIns="42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7" name="Freeform 25"/>
              <p:cNvSpPr/>
              <p:nvPr/>
            </p:nvSpPr>
            <p:spPr>
              <a:xfrm>
                <a:off x="527040" y="4867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8" name="Freeform 26"/>
              <p:cNvSpPr/>
              <p:nvPr/>
            </p:nvSpPr>
            <p:spPr>
              <a:xfrm>
                <a:off x="309600" y="5423040"/>
                <a:ext cx="374040" cy="1424880"/>
              </a:xfrm>
              <a:custGeom>
                <a:avLst/>
                <a:gdLst>
                  <a:gd name="textAreaLeft" fmla="*/ 0 w 374040"/>
                  <a:gd name="textAreaRight" fmla="*/ 374760 w 374040"/>
                  <a:gd name="textAreaTop" fmla="*/ 0 h 1424880"/>
                  <a:gd name="textAreaBottom" fmla="*/ 1425600 h 142488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9" name="Freeform 27"/>
              <p:cNvSpPr/>
              <p:nvPr/>
            </p:nvSpPr>
            <p:spPr>
              <a:xfrm>
                <a:off x="569880" y="594504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5960" tIns="45000" rIns="759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0" name="Freeform 28"/>
              <p:cNvSpPr/>
              <p:nvPr/>
            </p:nvSpPr>
            <p:spPr>
              <a:xfrm>
                <a:off x="612720" y="5246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1" name="Freeform 29"/>
              <p:cNvSpPr/>
              <p:nvPr/>
            </p:nvSpPr>
            <p:spPr>
              <a:xfrm>
                <a:off x="612720" y="57643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2" name="Freeform 30"/>
              <p:cNvSpPr/>
              <p:nvPr/>
            </p:nvSpPr>
            <p:spPr>
              <a:xfrm>
                <a:off x="669960" y="6330960"/>
                <a:ext cx="416880" cy="51696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6960"/>
                  <a:gd name="textAreaBottom" fmla="*/ 517680 h 51696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3" name="Freeform 31"/>
              <p:cNvSpPr/>
              <p:nvPr/>
            </p:nvSpPr>
            <p:spPr>
              <a:xfrm>
                <a:off x="1049400" y="6221520"/>
                <a:ext cx="156600" cy="14688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46880"/>
                  <a:gd name="textAreaBottom" fmla="*/ 147600 h 14688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274" name="Group 9"/>
            <p:cNvGrpSpPr/>
            <p:nvPr/>
          </p:nvGrpSpPr>
          <p:grpSpPr>
            <a:xfrm>
              <a:off x="11364840" y="0"/>
              <a:ext cx="673920" cy="6847920"/>
              <a:chOff x="11364840" y="0"/>
              <a:chExt cx="673920" cy="6847920"/>
            </a:xfrm>
          </p:grpSpPr>
          <p:sp>
            <p:nvSpPr>
              <p:cNvPr id="275" name="Freeform 32"/>
              <p:cNvSpPr/>
              <p:nvPr/>
            </p:nvSpPr>
            <p:spPr>
              <a:xfrm>
                <a:off x="11484000" y="0"/>
                <a:ext cx="416880" cy="51192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1920"/>
                  <a:gd name="textAreaBottom" fmla="*/ 512640 h 51192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6" name="Freeform 33"/>
              <p:cNvSpPr/>
              <p:nvPr/>
            </p:nvSpPr>
            <p:spPr>
              <a:xfrm>
                <a:off x="11364840" y="474840"/>
                <a:ext cx="156600" cy="15156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1560"/>
                  <a:gd name="textAreaBottom" fmla="*/ 152280 h 15156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7" name="Freeform 34"/>
              <p:cNvSpPr/>
              <p:nvPr/>
            </p:nvSpPr>
            <p:spPr>
              <a:xfrm>
                <a:off x="11631600" y="1539720"/>
                <a:ext cx="188280" cy="18972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8" name="Freeform 35"/>
              <p:cNvSpPr/>
              <p:nvPr/>
            </p:nvSpPr>
            <p:spPr>
              <a:xfrm>
                <a:off x="11531520" y="5694480"/>
                <a:ext cx="297720" cy="1153440"/>
              </a:xfrm>
              <a:custGeom>
                <a:avLst/>
                <a:gdLst>
                  <a:gd name="textAreaLeft" fmla="*/ 0 w 297720"/>
                  <a:gd name="textAreaRight" fmla="*/ 298440 w 297720"/>
                  <a:gd name="textAreaTop" fmla="*/ 0 h 1153440"/>
                  <a:gd name="textAreaBottom" fmla="*/ 1154160 h 115344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9" name="Freeform 36"/>
              <p:cNvSpPr/>
              <p:nvPr/>
            </p:nvSpPr>
            <p:spPr>
              <a:xfrm>
                <a:off x="11773080" y="5551560"/>
                <a:ext cx="156600" cy="15480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4800"/>
                  <a:gd name="textAreaBottom" fmla="*/ 155520 h 15480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0" name="Freeform 37"/>
              <p:cNvSpPr/>
              <p:nvPr/>
            </p:nvSpPr>
            <p:spPr>
              <a:xfrm>
                <a:off x="11711160" y="4680"/>
                <a:ext cx="304200" cy="1544040"/>
              </a:xfrm>
              <a:custGeom>
                <a:avLst/>
                <a:gdLst>
                  <a:gd name="textAreaLeft" fmla="*/ 0 w 304200"/>
                  <a:gd name="textAreaRight" fmla="*/ 304920 w 304200"/>
                  <a:gd name="textAreaTop" fmla="*/ 0 h 1544040"/>
                  <a:gd name="textAreaBottom" fmla="*/ 1544760 h 154404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1" name="Freeform 38"/>
              <p:cNvSpPr/>
              <p:nvPr/>
            </p:nvSpPr>
            <p:spPr>
              <a:xfrm>
                <a:off x="11636280" y="4867200"/>
                <a:ext cx="188280" cy="18828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2" name="Freeform 39"/>
              <p:cNvSpPr/>
              <p:nvPr/>
            </p:nvSpPr>
            <p:spPr>
              <a:xfrm>
                <a:off x="11441160" y="5046840"/>
                <a:ext cx="307080" cy="1801080"/>
              </a:xfrm>
              <a:custGeom>
                <a:avLst/>
                <a:gdLst>
                  <a:gd name="textAreaLeft" fmla="*/ 0 w 307080"/>
                  <a:gd name="textAreaRight" fmla="*/ 307800 w 307080"/>
                  <a:gd name="textAreaTop" fmla="*/ 0 h 1801080"/>
                  <a:gd name="textAreaBottom" fmla="*/ 1801800 h 180108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3" name="Freeform 40"/>
              <p:cNvSpPr/>
              <p:nvPr/>
            </p:nvSpPr>
            <p:spPr>
              <a:xfrm>
                <a:off x="11849040" y="641664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4" name="Rectangle 41"/>
              <p:cNvSpPr/>
              <p:nvPr/>
            </p:nvSpPr>
            <p:spPr>
              <a:xfrm>
                <a:off x="11939760" y="6595920"/>
                <a:ext cx="23040" cy="251640"/>
              </a:xfrm>
              <a:prstGeom prst="rect">
                <a:avLst/>
              </a:pr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285" name="PlaceHolder 1"/>
          <p:cNvSpPr>
            <a:spLocks noGrp="1"/>
          </p:cNvSpPr>
          <p:nvPr>
            <p:ph type="title"/>
          </p:nvPr>
        </p:nvSpPr>
        <p:spPr>
          <a:xfrm>
            <a:off x="1141560" y="619200"/>
            <a:ext cx="9905400" cy="1477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title style</a:t>
            </a:r>
          </a:p>
        </p:txBody>
      </p:sp>
      <p:sp>
        <p:nvSpPr>
          <p:cNvPr id="286" name="PlaceHolder 2"/>
          <p:cNvSpPr>
            <a:spLocks noGrp="1"/>
          </p:cNvSpPr>
          <p:nvPr>
            <p:ph type="body"/>
          </p:nvPr>
        </p:nvSpPr>
        <p:spPr>
          <a:xfrm>
            <a:off x="1370160" y="2249640"/>
            <a:ext cx="4649040" cy="82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287" name="PlaceHolder 3"/>
          <p:cNvSpPr>
            <a:spLocks noGrp="1"/>
          </p:cNvSpPr>
          <p:nvPr>
            <p:ph type="body"/>
          </p:nvPr>
        </p:nvSpPr>
        <p:spPr>
          <a:xfrm>
            <a:off x="1141560" y="3073320"/>
            <a:ext cx="4877640" cy="271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  <a:lvl2pPr lvl="1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2pPr>
            <a:lvl3pPr lvl="2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3pPr>
            <a:lvl4pPr lvl="3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4pPr>
            <a:lvl5pPr lvl="4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5pPr>
          </a:lstStyle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</a:p>
          <a:p>
            <a:pPr marL="685800" lvl="1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Second level</a:t>
            </a:r>
          </a:p>
          <a:p>
            <a:pPr marL="1143000" lvl="2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Third level</a:t>
            </a:r>
          </a:p>
          <a:p>
            <a:pPr marL="1600200" lvl="3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Fourth level</a:t>
            </a:r>
          </a:p>
          <a:p>
            <a:pPr marL="2057400" lvl="4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Fifth level</a:t>
            </a:r>
          </a:p>
        </p:txBody>
      </p:sp>
      <p:sp>
        <p:nvSpPr>
          <p:cNvPr id="288" name="PlaceHolder 4"/>
          <p:cNvSpPr>
            <a:spLocks noGrp="1"/>
          </p:cNvSpPr>
          <p:nvPr>
            <p:ph type="body"/>
          </p:nvPr>
        </p:nvSpPr>
        <p:spPr>
          <a:xfrm>
            <a:off x="6400800" y="2249640"/>
            <a:ext cx="4645800" cy="82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289" name="PlaceHolder 5"/>
          <p:cNvSpPr>
            <a:spLocks noGrp="1"/>
          </p:cNvSpPr>
          <p:nvPr>
            <p:ph type="body"/>
          </p:nvPr>
        </p:nvSpPr>
        <p:spPr>
          <a:xfrm>
            <a:off x="6172200" y="3073320"/>
            <a:ext cx="4874400" cy="271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  <a:lvl2pPr lvl="1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2pPr>
            <a:lvl3pPr lvl="2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3pPr>
            <a:lvl4pPr lvl="3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4pPr>
            <a:lvl5pPr lvl="4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5pPr>
          </a:lstStyle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</a:p>
          <a:p>
            <a:pPr marL="685800" lvl="1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Second level</a:t>
            </a:r>
          </a:p>
          <a:p>
            <a:pPr marL="1143000" lvl="2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Third level</a:t>
            </a:r>
          </a:p>
          <a:p>
            <a:pPr marL="1600200" lvl="3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Fourth level</a:t>
            </a:r>
          </a:p>
          <a:p>
            <a:pPr marL="2057400" lvl="4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Fifth level</a:t>
            </a:r>
          </a:p>
        </p:txBody>
      </p:sp>
      <p:sp>
        <p:nvSpPr>
          <p:cNvPr id="290" name="PlaceHolder 6"/>
          <p:cNvSpPr>
            <a:spLocks noGrp="1"/>
          </p:cNvSpPr>
          <p:nvPr>
            <p:ph type="dt" idx="13"/>
          </p:nvPr>
        </p:nvSpPr>
        <p:spPr>
          <a:xfrm>
            <a:off x="7457040" y="58831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&lt;date/time&gt;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1" name="PlaceHolder 7"/>
          <p:cNvSpPr>
            <a:spLocks noGrp="1"/>
          </p:cNvSpPr>
          <p:nvPr>
            <p:ph type="ftr" idx="14"/>
          </p:nvPr>
        </p:nvSpPr>
        <p:spPr>
          <a:xfrm>
            <a:off x="1141560" y="588312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92" name="PlaceHolder 8"/>
          <p:cNvSpPr>
            <a:spLocks noGrp="1"/>
          </p:cNvSpPr>
          <p:nvPr>
            <p:ph type="sldNum" idx="15"/>
          </p:nvPr>
        </p:nvSpPr>
        <p:spPr>
          <a:xfrm>
            <a:off x="10276200" y="5883120"/>
            <a:ext cx="7704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BEB61F06-BDD8-4EA0-82D2-0DEBD2391E73}" type="slidenum"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‹#›</a:t>
            </a:fld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3" name="Picture 2" descr="\\DROBO-FS\QuickDrops\JB\PPTX NG\Droplets\LightingOverlay.png"/>
          <p:cNvPicPr/>
          <p:nvPr/>
        </p:nvPicPr>
        <p:blipFill>
          <a:blip r:embed="rId2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294" name="Group 7"/>
          <p:cNvGrpSpPr/>
          <p:nvPr/>
        </p:nvGrpSpPr>
        <p:grpSpPr>
          <a:xfrm>
            <a:off x="-14400" y="0"/>
            <a:ext cx="12053160" cy="6857280"/>
            <a:chOff x="-14400" y="0"/>
            <a:chExt cx="12053160" cy="6857280"/>
          </a:xfrm>
        </p:grpSpPr>
        <p:grpSp>
          <p:nvGrpSpPr>
            <p:cNvPr id="295" name="Group 8"/>
            <p:cNvGrpSpPr/>
            <p:nvPr/>
          </p:nvGrpSpPr>
          <p:grpSpPr>
            <a:xfrm>
              <a:off x="-14400" y="0"/>
              <a:ext cx="1220400" cy="6857280"/>
              <a:chOff x="-14400" y="0"/>
              <a:chExt cx="1220400" cy="6857280"/>
            </a:xfrm>
          </p:grpSpPr>
          <p:sp>
            <p:nvSpPr>
              <p:cNvPr id="296" name="Rectangle 5"/>
              <p:cNvSpPr/>
              <p:nvPr/>
            </p:nvSpPr>
            <p:spPr>
              <a:xfrm>
                <a:off x="114480" y="468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7" name="Freeform 6"/>
              <p:cNvSpPr/>
              <p:nvPr/>
            </p:nvSpPr>
            <p:spPr>
              <a:xfrm>
                <a:off x="33480" y="217656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8" name="Freeform 7"/>
              <p:cNvSpPr/>
              <p:nvPr/>
            </p:nvSpPr>
            <p:spPr>
              <a:xfrm>
                <a:off x="28440" y="4021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9" name="Freeform 8"/>
              <p:cNvSpPr/>
              <p:nvPr/>
            </p:nvSpPr>
            <p:spPr>
              <a:xfrm>
                <a:off x="200160" y="4680"/>
                <a:ext cx="369000" cy="181044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10440"/>
                  <a:gd name="textAreaBottom" fmla="*/ 1811160 h 181044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0" name="Freeform 9"/>
              <p:cNvSpPr/>
              <p:nvPr/>
            </p:nvSpPr>
            <p:spPr>
              <a:xfrm>
                <a:off x="503280" y="18018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1" name="Freeform 10"/>
              <p:cNvSpPr/>
              <p:nvPr/>
            </p:nvSpPr>
            <p:spPr>
              <a:xfrm>
                <a:off x="285840" y="4680"/>
                <a:ext cx="369000" cy="142956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429560"/>
                  <a:gd name="textAreaBottom" fmla="*/ 1430280 h 142956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2" name="Freeform 11"/>
              <p:cNvSpPr/>
              <p:nvPr/>
            </p:nvSpPr>
            <p:spPr>
              <a:xfrm>
                <a:off x="546120" y="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5960" tIns="45000" rIns="759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3" name="Freeform 12"/>
              <p:cNvSpPr/>
              <p:nvPr/>
            </p:nvSpPr>
            <p:spPr>
              <a:xfrm>
                <a:off x="588960" y="14209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4" name="Freeform 13"/>
              <p:cNvSpPr/>
              <p:nvPr/>
            </p:nvSpPr>
            <p:spPr>
              <a:xfrm>
                <a:off x="588960" y="9032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5" name="Freeform 14"/>
              <p:cNvSpPr/>
              <p:nvPr/>
            </p:nvSpPr>
            <p:spPr>
              <a:xfrm>
                <a:off x="641520" y="0"/>
                <a:ext cx="421560" cy="526320"/>
              </a:xfrm>
              <a:custGeom>
                <a:avLst/>
                <a:gdLst>
                  <a:gd name="textAreaLeft" fmla="*/ 0 w 421560"/>
                  <a:gd name="textAreaRight" fmla="*/ 422280 w 421560"/>
                  <a:gd name="textAreaTop" fmla="*/ 0 h 526320"/>
                  <a:gd name="textAreaBottom" fmla="*/ 527040 h 52632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6" name="Freeform 15"/>
              <p:cNvSpPr/>
              <p:nvPr/>
            </p:nvSpPr>
            <p:spPr>
              <a:xfrm>
                <a:off x="1020600" y="488880"/>
                <a:ext cx="161280" cy="146880"/>
              </a:xfrm>
              <a:custGeom>
                <a:avLst/>
                <a:gdLst>
                  <a:gd name="textAreaLeft" fmla="*/ 0 w 161280"/>
                  <a:gd name="textAreaRight" fmla="*/ 162000 w 161280"/>
                  <a:gd name="textAreaTop" fmla="*/ 0 h 146880"/>
                  <a:gd name="textAreaBottom" fmla="*/ 147600 h 14688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80640" tIns="45000" rIns="8064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7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-44640" rIns="0" bIns="-44640" anchor="t" anchorCtr="1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8" name="Freeform 17"/>
              <p:cNvSpPr/>
              <p:nvPr/>
            </p:nvSpPr>
            <p:spPr>
              <a:xfrm>
                <a:off x="9360" y="1801800"/>
                <a:ext cx="123120" cy="126360"/>
              </a:xfrm>
              <a:custGeom>
                <a:avLst/>
                <a:gdLst>
                  <a:gd name="textAreaLeft" fmla="*/ 0 w 123120"/>
                  <a:gd name="textAreaRight" fmla="*/ 123840 w 123120"/>
                  <a:gd name="textAreaTop" fmla="*/ 0 h 126360"/>
                  <a:gd name="textAreaBottom" fmla="*/ 127080 h 12636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61560" tIns="45000" rIns="615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9" name="Freeform 18"/>
              <p:cNvSpPr/>
              <p:nvPr/>
            </p:nvSpPr>
            <p:spPr>
              <a:xfrm>
                <a:off x="-9360" y="3549600"/>
                <a:ext cx="146880" cy="480240"/>
              </a:xfrm>
              <a:custGeom>
                <a:avLst/>
                <a:gdLst>
                  <a:gd name="textAreaLeft" fmla="*/ 0 w 146880"/>
                  <a:gd name="textAreaRight" fmla="*/ 147600 w 146880"/>
                  <a:gd name="textAreaTop" fmla="*/ 0 h 480240"/>
                  <a:gd name="textAreaBottom" fmla="*/ 480960 h 48024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3440" tIns="45000" rIns="7344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0" name="Freeform 19"/>
              <p:cNvSpPr/>
              <p:nvPr/>
            </p:nvSpPr>
            <p:spPr>
              <a:xfrm>
                <a:off x="128520" y="1382760"/>
                <a:ext cx="142200" cy="475560"/>
              </a:xfrm>
              <a:custGeom>
                <a:avLst/>
                <a:gdLst>
                  <a:gd name="textAreaLeft" fmla="*/ 0 w 142200"/>
                  <a:gd name="textAreaRight" fmla="*/ 142920 w 142200"/>
                  <a:gd name="textAreaTop" fmla="*/ 0 h 475560"/>
                  <a:gd name="textAreaBottom" fmla="*/ 476280 h 47556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1280" tIns="45000" rIns="712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1" name="Freeform 20"/>
              <p:cNvSpPr/>
              <p:nvPr/>
            </p:nvSpPr>
            <p:spPr>
              <a:xfrm>
                <a:off x="204840" y="1849320"/>
                <a:ext cx="113760" cy="107280"/>
              </a:xfrm>
              <a:custGeom>
                <a:avLst/>
                <a:gdLst>
                  <a:gd name="textAreaLeft" fmla="*/ 0 w 113760"/>
                  <a:gd name="textAreaRight" fmla="*/ 114480 w 113760"/>
                  <a:gd name="textAreaTop" fmla="*/ 0 h 107280"/>
                  <a:gd name="textAreaBottom" fmla="*/ 108000 h 10728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56880" tIns="45000" rIns="568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2" name="Rectangle 21"/>
              <p:cNvSpPr/>
              <p:nvPr/>
            </p:nvSpPr>
            <p:spPr>
              <a:xfrm>
                <a:off x="133200" y="466236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3" name="Freeform 22"/>
              <p:cNvSpPr/>
              <p:nvPr/>
            </p:nvSpPr>
            <p:spPr>
              <a:xfrm>
                <a:off x="223920" y="5041800"/>
                <a:ext cx="369000" cy="180108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01080"/>
                  <a:gd name="textAreaBottom" fmla="*/ 1801800 h 180108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4" name="Freeform 23"/>
              <p:cNvSpPr/>
              <p:nvPr/>
            </p:nvSpPr>
            <p:spPr>
              <a:xfrm>
                <a:off x="52560" y="4481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5" name="Freeform 24"/>
              <p:cNvSpPr/>
              <p:nvPr/>
            </p:nvSpPr>
            <p:spPr>
              <a:xfrm>
                <a:off x="-14400" y="5627520"/>
                <a:ext cx="84960" cy="1215360"/>
              </a:xfrm>
              <a:custGeom>
                <a:avLst/>
                <a:gdLst>
                  <a:gd name="textAreaLeft" fmla="*/ 0 w 84960"/>
                  <a:gd name="textAreaRight" fmla="*/ 85680 w 84960"/>
                  <a:gd name="textAreaTop" fmla="*/ 0 h 1215360"/>
                  <a:gd name="textAreaBottom" fmla="*/ 1216080 h 121536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42480" tIns="45000" rIns="42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6" name="Freeform 25"/>
              <p:cNvSpPr/>
              <p:nvPr/>
            </p:nvSpPr>
            <p:spPr>
              <a:xfrm>
                <a:off x="527040" y="4867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7" name="Freeform 26"/>
              <p:cNvSpPr/>
              <p:nvPr/>
            </p:nvSpPr>
            <p:spPr>
              <a:xfrm>
                <a:off x="309600" y="5423040"/>
                <a:ext cx="374040" cy="1424880"/>
              </a:xfrm>
              <a:custGeom>
                <a:avLst/>
                <a:gdLst>
                  <a:gd name="textAreaLeft" fmla="*/ 0 w 374040"/>
                  <a:gd name="textAreaRight" fmla="*/ 374760 w 374040"/>
                  <a:gd name="textAreaTop" fmla="*/ 0 h 1424880"/>
                  <a:gd name="textAreaBottom" fmla="*/ 1425600 h 142488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8" name="Freeform 27"/>
              <p:cNvSpPr/>
              <p:nvPr/>
            </p:nvSpPr>
            <p:spPr>
              <a:xfrm>
                <a:off x="569880" y="594504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5960" tIns="45000" rIns="759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9" name="Freeform 28"/>
              <p:cNvSpPr/>
              <p:nvPr/>
            </p:nvSpPr>
            <p:spPr>
              <a:xfrm>
                <a:off x="612720" y="5246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0" name="Freeform 29"/>
              <p:cNvSpPr/>
              <p:nvPr/>
            </p:nvSpPr>
            <p:spPr>
              <a:xfrm>
                <a:off x="612720" y="57643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1" name="Freeform 30"/>
              <p:cNvSpPr/>
              <p:nvPr/>
            </p:nvSpPr>
            <p:spPr>
              <a:xfrm>
                <a:off x="669960" y="6330960"/>
                <a:ext cx="416880" cy="51696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6960"/>
                  <a:gd name="textAreaBottom" fmla="*/ 517680 h 51696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2" name="Freeform 31"/>
              <p:cNvSpPr/>
              <p:nvPr/>
            </p:nvSpPr>
            <p:spPr>
              <a:xfrm>
                <a:off x="1049400" y="6221520"/>
                <a:ext cx="156600" cy="14688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46880"/>
                  <a:gd name="textAreaBottom" fmla="*/ 147600 h 14688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323" name="Group 9"/>
            <p:cNvGrpSpPr/>
            <p:nvPr/>
          </p:nvGrpSpPr>
          <p:grpSpPr>
            <a:xfrm>
              <a:off x="11364840" y="0"/>
              <a:ext cx="673920" cy="6847920"/>
              <a:chOff x="11364840" y="0"/>
              <a:chExt cx="673920" cy="6847920"/>
            </a:xfrm>
          </p:grpSpPr>
          <p:sp>
            <p:nvSpPr>
              <p:cNvPr id="324" name="Freeform 32"/>
              <p:cNvSpPr/>
              <p:nvPr/>
            </p:nvSpPr>
            <p:spPr>
              <a:xfrm>
                <a:off x="11484000" y="0"/>
                <a:ext cx="416880" cy="51192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1920"/>
                  <a:gd name="textAreaBottom" fmla="*/ 512640 h 51192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5" name="Freeform 33"/>
              <p:cNvSpPr/>
              <p:nvPr/>
            </p:nvSpPr>
            <p:spPr>
              <a:xfrm>
                <a:off x="11364840" y="474840"/>
                <a:ext cx="156600" cy="15156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1560"/>
                  <a:gd name="textAreaBottom" fmla="*/ 152280 h 15156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6" name="Freeform 34"/>
              <p:cNvSpPr/>
              <p:nvPr/>
            </p:nvSpPr>
            <p:spPr>
              <a:xfrm>
                <a:off x="11631600" y="1539720"/>
                <a:ext cx="188280" cy="18972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7" name="Freeform 35"/>
              <p:cNvSpPr/>
              <p:nvPr/>
            </p:nvSpPr>
            <p:spPr>
              <a:xfrm>
                <a:off x="11531520" y="5694480"/>
                <a:ext cx="297720" cy="1153440"/>
              </a:xfrm>
              <a:custGeom>
                <a:avLst/>
                <a:gdLst>
                  <a:gd name="textAreaLeft" fmla="*/ 0 w 297720"/>
                  <a:gd name="textAreaRight" fmla="*/ 298440 w 297720"/>
                  <a:gd name="textAreaTop" fmla="*/ 0 h 1153440"/>
                  <a:gd name="textAreaBottom" fmla="*/ 1154160 h 115344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8" name="Freeform 36"/>
              <p:cNvSpPr/>
              <p:nvPr/>
            </p:nvSpPr>
            <p:spPr>
              <a:xfrm>
                <a:off x="11773080" y="5551560"/>
                <a:ext cx="156600" cy="15480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4800"/>
                  <a:gd name="textAreaBottom" fmla="*/ 155520 h 15480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9" name="Freeform 37"/>
              <p:cNvSpPr/>
              <p:nvPr/>
            </p:nvSpPr>
            <p:spPr>
              <a:xfrm>
                <a:off x="11711160" y="4680"/>
                <a:ext cx="304200" cy="1544040"/>
              </a:xfrm>
              <a:custGeom>
                <a:avLst/>
                <a:gdLst>
                  <a:gd name="textAreaLeft" fmla="*/ 0 w 304200"/>
                  <a:gd name="textAreaRight" fmla="*/ 304920 w 304200"/>
                  <a:gd name="textAreaTop" fmla="*/ 0 h 1544040"/>
                  <a:gd name="textAreaBottom" fmla="*/ 1544760 h 154404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0" name="Freeform 38"/>
              <p:cNvSpPr/>
              <p:nvPr/>
            </p:nvSpPr>
            <p:spPr>
              <a:xfrm>
                <a:off x="11636280" y="4867200"/>
                <a:ext cx="188280" cy="18828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1" name="Freeform 39"/>
              <p:cNvSpPr/>
              <p:nvPr/>
            </p:nvSpPr>
            <p:spPr>
              <a:xfrm>
                <a:off x="11441160" y="5046840"/>
                <a:ext cx="307080" cy="1801080"/>
              </a:xfrm>
              <a:custGeom>
                <a:avLst/>
                <a:gdLst>
                  <a:gd name="textAreaLeft" fmla="*/ 0 w 307080"/>
                  <a:gd name="textAreaRight" fmla="*/ 307800 w 307080"/>
                  <a:gd name="textAreaTop" fmla="*/ 0 h 1801080"/>
                  <a:gd name="textAreaBottom" fmla="*/ 1801800 h 180108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2" name="Freeform 40"/>
              <p:cNvSpPr/>
              <p:nvPr/>
            </p:nvSpPr>
            <p:spPr>
              <a:xfrm>
                <a:off x="11849040" y="641664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3" name="Rectangle 41"/>
              <p:cNvSpPr/>
              <p:nvPr/>
            </p:nvSpPr>
            <p:spPr>
              <a:xfrm>
                <a:off x="11939760" y="6595920"/>
                <a:ext cx="23040" cy="251640"/>
              </a:xfrm>
              <a:prstGeom prst="rect">
                <a:avLst/>
              </a:pr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334" name="PlaceHolder 1"/>
          <p:cNvSpPr>
            <a:spLocks noGrp="1"/>
          </p:cNvSpPr>
          <p:nvPr>
            <p:ph type="title"/>
          </p:nvPr>
        </p:nvSpPr>
        <p:spPr>
          <a:xfrm>
            <a:off x="1141560" y="618480"/>
            <a:ext cx="9905400" cy="1477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title style</a:t>
            </a:r>
          </a:p>
        </p:txBody>
      </p:sp>
      <p:sp>
        <p:nvSpPr>
          <p:cNvPr id="335" name="PlaceHolder 2"/>
          <p:cNvSpPr>
            <a:spLocks noGrp="1"/>
          </p:cNvSpPr>
          <p:nvPr>
            <p:ph type="dt" idx="16"/>
          </p:nvPr>
        </p:nvSpPr>
        <p:spPr>
          <a:xfrm>
            <a:off x="7457040" y="58831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&lt;date/time&gt;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 type="ftr" idx="17"/>
          </p:nvPr>
        </p:nvSpPr>
        <p:spPr>
          <a:xfrm>
            <a:off x="1141560" y="588312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37" name="PlaceHolder 4"/>
          <p:cNvSpPr>
            <a:spLocks noGrp="1"/>
          </p:cNvSpPr>
          <p:nvPr>
            <p:ph type="sldNum" idx="18"/>
          </p:nvPr>
        </p:nvSpPr>
        <p:spPr>
          <a:xfrm>
            <a:off x="10276200" y="5883120"/>
            <a:ext cx="7704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6438FA83-E0DF-413C-89E2-8D739E817EAB}" type="slidenum"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‹#›</a:t>
            </a:fld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8" name="Picture 2" descr="\\DROBO-FS\QuickDrops\JB\PPTX NG\Droplets\LightingOverlay.png"/>
          <p:cNvPicPr/>
          <p:nvPr/>
        </p:nvPicPr>
        <p:blipFill>
          <a:blip r:embed="rId2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339" name="Group 7"/>
          <p:cNvGrpSpPr/>
          <p:nvPr/>
        </p:nvGrpSpPr>
        <p:grpSpPr>
          <a:xfrm>
            <a:off x="-14400" y="0"/>
            <a:ext cx="12053160" cy="6857280"/>
            <a:chOff x="-14400" y="0"/>
            <a:chExt cx="12053160" cy="6857280"/>
          </a:xfrm>
        </p:grpSpPr>
        <p:grpSp>
          <p:nvGrpSpPr>
            <p:cNvPr id="340" name="Group 8"/>
            <p:cNvGrpSpPr/>
            <p:nvPr/>
          </p:nvGrpSpPr>
          <p:grpSpPr>
            <a:xfrm>
              <a:off x="-14400" y="0"/>
              <a:ext cx="1220400" cy="6857280"/>
              <a:chOff x="-14400" y="0"/>
              <a:chExt cx="1220400" cy="6857280"/>
            </a:xfrm>
          </p:grpSpPr>
          <p:sp>
            <p:nvSpPr>
              <p:cNvPr id="341" name="Rectangle 5"/>
              <p:cNvSpPr/>
              <p:nvPr/>
            </p:nvSpPr>
            <p:spPr>
              <a:xfrm>
                <a:off x="114480" y="468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2" name="Freeform 6"/>
              <p:cNvSpPr/>
              <p:nvPr/>
            </p:nvSpPr>
            <p:spPr>
              <a:xfrm>
                <a:off x="33480" y="217656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3" name="Freeform 7"/>
              <p:cNvSpPr/>
              <p:nvPr/>
            </p:nvSpPr>
            <p:spPr>
              <a:xfrm>
                <a:off x="28440" y="4021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4" name="Freeform 8"/>
              <p:cNvSpPr/>
              <p:nvPr/>
            </p:nvSpPr>
            <p:spPr>
              <a:xfrm>
                <a:off x="200160" y="4680"/>
                <a:ext cx="369000" cy="181044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10440"/>
                  <a:gd name="textAreaBottom" fmla="*/ 1811160 h 181044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5" name="Freeform 9"/>
              <p:cNvSpPr/>
              <p:nvPr/>
            </p:nvSpPr>
            <p:spPr>
              <a:xfrm>
                <a:off x="503280" y="18018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6" name="Freeform 10"/>
              <p:cNvSpPr/>
              <p:nvPr/>
            </p:nvSpPr>
            <p:spPr>
              <a:xfrm>
                <a:off x="285840" y="4680"/>
                <a:ext cx="369000" cy="142956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429560"/>
                  <a:gd name="textAreaBottom" fmla="*/ 1430280 h 142956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7" name="Freeform 11"/>
              <p:cNvSpPr/>
              <p:nvPr/>
            </p:nvSpPr>
            <p:spPr>
              <a:xfrm>
                <a:off x="546120" y="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5960" tIns="45000" rIns="759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8" name="Freeform 12"/>
              <p:cNvSpPr/>
              <p:nvPr/>
            </p:nvSpPr>
            <p:spPr>
              <a:xfrm>
                <a:off x="588960" y="14209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9" name="Freeform 13"/>
              <p:cNvSpPr/>
              <p:nvPr/>
            </p:nvSpPr>
            <p:spPr>
              <a:xfrm>
                <a:off x="588960" y="9032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0" name="Freeform 14"/>
              <p:cNvSpPr/>
              <p:nvPr/>
            </p:nvSpPr>
            <p:spPr>
              <a:xfrm>
                <a:off x="641520" y="0"/>
                <a:ext cx="421560" cy="526320"/>
              </a:xfrm>
              <a:custGeom>
                <a:avLst/>
                <a:gdLst>
                  <a:gd name="textAreaLeft" fmla="*/ 0 w 421560"/>
                  <a:gd name="textAreaRight" fmla="*/ 422280 w 421560"/>
                  <a:gd name="textAreaTop" fmla="*/ 0 h 526320"/>
                  <a:gd name="textAreaBottom" fmla="*/ 527040 h 52632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1" name="Freeform 15"/>
              <p:cNvSpPr/>
              <p:nvPr/>
            </p:nvSpPr>
            <p:spPr>
              <a:xfrm>
                <a:off x="1020600" y="488880"/>
                <a:ext cx="161280" cy="146880"/>
              </a:xfrm>
              <a:custGeom>
                <a:avLst/>
                <a:gdLst>
                  <a:gd name="textAreaLeft" fmla="*/ 0 w 161280"/>
                  <a:gd name="textAreaRight" fmla="*/ 162000 w 161280"/>
                  <a:gd name="textAreaTop" fmla="*/ 0 h 146880"/>
                  <a:gd name="textAreaBottom" fmla="*/ 147600 h 14688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80640" tIns="45000" rIns="8064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2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-44640" rIns="0" bIns="-44640" anchor="t" anchorCtr="1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3" name="Freeform 17"/>
              <p:cNvSpPr/>
              <p:nvPr/>
            </p:nvSpPr>
            <p:spPr>
              <a:xfrm>
                <a:off x="9360" y="1801800"/>
                <a:ext cx="123120" cy="126360"/>
              </a:xfrm>
              <a:custGeom>
                <a:avLst/>
                <a:gdLst>
                  <a:gd name="textAreaLeft" fmla="*/ 0 w 123120"/>
                  <a:gd name="textAreaRight" fmla="*/ 123840 w 123120"/>
                  <a:gd name="textAreaTop" fmla="*/ 0 h 126360"/>
                  <a:gd name="textAreaBottom" fmla="*/ 127080 h 12636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61560" tIns="45000" rIns="615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4" name="Freeform 18"/>
              <p:cNvSpPr/>
              <p:nvPr/>
            </p:nvSpPr>
            <p:spPr>
              <a:xfrm>
                <a:off x="-9360" y="3549600"/>
                <a:ext cx="146880" cy="480240"/>
              </a:xfrm>
              <a:custGeom>
                <a:avLst/>
                <a:gdLst>
                  <a:gd name="textAreaLeft" fmla="*/ 0 w 146880"/>
                  <a:gd name="textAreaRight" fmla="*/ 147600 w 146880"/>
                  <a:gd name="textAreaTop" fmla="*/ 0 h 480240"/>
                  <a:gd name="textAreaBottom" fmla="*/ 480960 h 48024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3440" tIns="45000" rIns="7344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5" name="Freeform 19"/>
              <p:cNvSpPr/>
              <p:nvPr/>
            </p:nvSpPr>
            <p:spPr>
              <a:xfrm>
                <a:off x="128520" y="1382760"/>
                <a:ext cx="142200" cy="475560"/>
              </a:xfrm>
              <a:custGeom>
                <a:avLst/>
                <a:gdLst>
                  <a:gd name="textAreaLeft" fmla="*/ 0 w 142200"/>
                  <a:gd name="textAreaRight" fmla="*/ 142920 w 142200"/>
                  <a:gd name="textAreaTop" fmla="*/ 0 h 475560"/>
                  <a:gd name="textAreaBottom" fmla="*/ 476280 h 47556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1280" tIns="45000" rIns="712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6" name="Freeform 20"/>
              <p:cNvSpPr/>
              <p:nvPr/>
            </p:nvSpPr>
            <p:spPr>
              <a:xfrm>
                <a:off x="204840" y="1849320"/>
                <a:ext cx="113760" cy="107280"/>
              </a:xfrm>
              <a:custGeom>
                <a:avLst/>
                <a:gdLst>
                  <a:gd name="textAreaLeft" fmla="*/ 0 w 113760"/>
                  <a:gd name="textAreaRight" fmla="*/ 114480 w 113760"/>
                  <a:gd name="textAreaTop" fmla="*/ 0 h 107280"/>
                  <a:gd name="textAreaBottom" fmla="*/ 108000 h 10728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56880" tIns="45000" rIns="568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7" name="Rectangle 21"/>
              <p:cNvSpPr/>
              <p:nvPr/>
            </p:nvSpPr>
            <p:spPr>
              <a:xfrm>
                <a:off x="133200" y="466236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8" name="Freeform 22"/>
              <p:cNvSpPr/>
              <p:nvPr/>
            </p:nvSpPr>
            <p:spPr>
              <a:xfrm>
                <a:off x="223920" y="5041800"/>
                <a:ext cx="369000" cy="180108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01080"/>
                  <a:gd name="textAreaBottom" fmla="*/ 1801800 h 180108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9" name="Freeform 23"/>
              <p:cNvSpPr/>
              <p:nvPr/>
            </p:nvSpPr>
            <p:spPr>
              <a:xfrm>
                <a:off x="52560" y="4481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0" name="Freeform 24"/>
              <p:cNvSpPr/>
              <p:nvPr/>
            </p:nvSpPr>
            <p:spPr>
              <a:xfrm>
                <a:off x="-14400" y="5627520"/>
                <a:ext cx="84960" cy="1215360"/>
              </a:xfrm>
              <a:custGeom>
                <a:avLst/>
                <a:gdLst>
                  <a:gd name="textAreaLeft" fmla="*/ 0 w 84960"/>
                  <a:gd name="textAreaRight" fmla="*/ 85680 w 84960"/>
                  <a:gd name="textAreaTop" fmla="*/ 0 h 1215360"/>
                  <a:gd name="textAreaBottom" fmla="*/ 1216080 h 121536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42480" tIns="45000" rIns="42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1" name="Freeform 25"/>
              <p:cNvSpPr/>
              <p:nvPr/>
            </p:nvSpPr>
            <p:spPr>
              <a:xfrm>
                <a:off x="527040" y="4867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2" name="Freeform 26"/>
              <p:cNvSpPr/>
              <p:nvPr/>
            </p:nvSpPr>
            <p:spPr>
              <a:xfrm>
                <a:off x="309600" y="5423040"/>
                <a:ext cx="374040" cy="1424880"/>
              </a:xfrm>
              <a:custGeom>
                <a:avLst/>
                <a:gdLst>
                  <a:gd name="textAreaLeft" fmla="*/ 0 w 374040"/>
                  <a:gd name="textAreaRight" fmla="*/ 374760 w 374040"/>
                  <a:gd name="textAreaTop" fmla="*/ 0 h 1424880"/>
                  <a:gd name="textAreaBottom" fmla="*/ 1425600 h 142488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3" name="Freeform 27"/>
              <p:cNvSpPr/>
              <p:nvPr/>
            </p:nvSpPr>
            <p:spPr>
              <a:xfrm>
                <a:off x="569880" y="594504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5960" tIns="45000" rIns="759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4" name="Freeform 28"/>
              <p:cNvSpPr/>
              <p:nvPr/>
            </p:nvSpPr>
            <p:spPr>
              <a:xfrm>
                <a:off x="612720" y="5246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5" name="Freeform 29"/>
              <p:cNvSpPr/>
              <p:nvPr/>
            </p:nvSpPr>
            <p:spPr>
              <a:xfrm>
                <a:off x="612720" y="57643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6" name="Freeform 30"/>
              <p:cNvSpPr/>
              <p:nvPr/>
            </p:nvSpPr>
            <p:spPr>
              <a:xfrm>
                <a:off x="669960" y="6330960"/>
                <a:ext cx="416880" cy="51696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6960"/>
                  <a:gd name="textAreaBottom" fmla="*/ 517680 h 51696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7" name="Freeform 31"/>
              <p:cNvSpPr/>
              <p:nvPr/>
            </p:nvSpPr>
            <p:spPr>
              <a:xfrm>
                <a:off x="1049400" y="6221520"/>
                <a:ext cx="156600" cy="14688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46880"/>
                  <a:gd name="textAreaBottom" fmla="*/ 147600 h 14688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368" name="Group 9"/>
            <p:cNvGrpSpPr/>
            <p:nvPr/>
          </p:nvGrpSpPr>
          <p:grpSpPr>
            <a:xfrm>
              <a:off x="11364840" y="0"/>
              <a:ext cx="673920" cy="6847920"/>
              <a:chOff x="11364840" y="0"/>
              <a:chExt cx="673920" cy="6847920"/>
            </a:xfrm>
          </p:grpSpPr>
          <p:sp>
            <p:nvSpPr>
              <p:cNvPr id="369" name="Freeform 32"/>
              <p:cNvSpPr/>
              <p:nvPr/>
            </p:nvSpPr>
            <p:spPr>
              <a:xfrm>
                <a:off x="11484000" y="0"/>
                <a:ext cx="416880" cy="51192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1920"/>
                  <a:gd name="textAreaBottom" fmla="*/ 512640 h 51192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70" name="Freeform 33"/>
              <p:cNvSpPr/>
              <p:nvPr/>
            </p:nvSpPr>
            <p:spPr>
              <a:xfrm>
                <a:off x="11364840" y="474840"/>
                <a:ext cx="156600" cy="15156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1560"/>
                  <a:gd name="textAreaBottom" fmla="*/ 152280 h 15156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71" name="Freeform 34"/>
              <p:cNvSpPr/>
              <p:nvPr/>
            </p:nvSpPr>
            <p:spPr>
              <a:xfrm>
                <a:off x="11631600" y="1539720"/>
                <a:ext cx="188280" cy="18972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72" name="Freeform 35"/>
              <p:cNvSpPr/>
              <p:nvPr/>
            </p:nvSpPr>
            <p:spPr>
              <a:xfrm>
                <a:off x="11531520" y="5694480"/>
                <a:ext cx="297720" cy="1153440"/>
              </a:xfrm>
              <a:custGeom>
                <a:avLst/>
                <a:gdLst>
                  <a:gd name="textAreaLeft" fmla="*/ 0 w 297720"/>
                  <a:gd name="textAreaRight" fmla="*/ 298440 w 297720"/>
                  <a:gd name="textAreaTop" fmla="*/ 0 h 1153440"/>
                  <a:gd name="textAreaBottom" fmla="*/ 1154160 h 115344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73" name="Freeform 36"/>
              <p:cNvSpPr/>
              <p:nvPr/>
            </p:nvSpPr>
            <p:spPr>
              <a:xfrm>
                <a:off x="11773080" y="5551560"/>
                <a:ext cx="156600" cy="15480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4800"/>
                  <a:gd name="textAreaBottom" fmla="*/ 155520 h 15480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74" name="Freeform 37"/>
              <p:cNvSpPr/>
              <p:nvPr/>
            </p:nvSpPr>
            <p:spPr>
              <a:xfrm>
                <a:off x="11711160" y="4680"/>
                <a:ext cx="304200" cy="1544040"/>
              </a:xfrm>
              <a:custGeom>
                <a:avLst/>
                <a:gdLst>
                  <a:gd name="textAreaLeft" fmla="*/ 0 w 304200"/>
                  <a:gd name="textAreaRight" fmla="*/ 304920 w 304200"/>
                  <a:gd name="textAreaTop" fmla="*/ 0 h 1544040"/>
                  <a:gd name="textAreaBottom" fmla="*/ 1544760 h 154404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75" name="Freeform 38"/>
              <p:cNvSpPr/>
              <p:nvPr/>
            </p:nvSpPr>
            <p:spPr>
              <a:xfrm>
                <a:off x="11636280" y="4867200"/>
                <a:ext cx="188280" cy="18828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76" name="Freeform 39"/>
              <p:cNvSpPr/>
              <p:nvPr/>
            </p:nvSpPr>
            <p:spPr>
              <a:xfrm>
                <a:off x="11441160" y="5046840"/>
                <a:ext cx="307080" cy="1801080"/>
              </a:xfrm>
              <a:custGeom>
                <a:avLst/>
                <a:gdLst>
                  <a:gd name="textAreaLeft" fmla="*/ 0 w 307080"/>
                  <a:gd name="textAreaRight" fmla="*/ 307800 w 307080"/>
                  <a:gd name="textAreaTop" fmla="*/ 0 h 1801080"/>
                  <a:gd name="textAreaBottom" fmla="*/ 1801800 h 180108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77" name="Freeform 40"/>
              <p:cNvSpPr/>
              <p:nvPr/>
            </p:nvSpPr>
            <p:spPr>
              <a:xfrm>
                <a:off x="11849040" y="641664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78" name="Rectangle 41"/>
              <p:cNvSpPr/>
              <p:nvPr/>
            </p:nvSpPr>
            <p:spPr>
              <a:xfrm>
                <a:off x="11939760" y="6595920"/>
                <a:ext cx="23040" cy="251640"/>
              </a:xfrm>
              <a:prstGeom prst="rect">
                <a:avLst/>
              </a:pr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379" name="PlaceHolder 1"/>
          <p:cNvSpPr>
            <a:spLocks noGrp="1"/>
          </p:cNvSpPr>
          <p:nvPr>
            <p:ph type="dt" idx="19"/>
          </p:nvPr>
        </p:nvSpPr>
        <p:spPr>
          <a:xfrm>
            <a:off x="7457040" y="58831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&lt;date/time&gt;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0" name="PlaceHolder 2"/>
          <p:cNvSpPr>
            <a:spLocks noGrp="1"/>
          </p:cNvSpPr>
          <p:nvPr>
            <p:ph type="ftr" idx="20"/>
          </p:nvPr>
        </p:nvSpPr>
        <p:spPr>
          <a:xfrm>
            <a:off x="1141560" y="588312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81" name="PlaceHolder 3"/>
          <p:cNvSpPr>
            <a:spLocks noGrp="1"/>
          </p:cNvSpPr>
          <p:nvPr>
            <p:ph type="sldNum" idx="21"/>
          </p:nvPr>
        </p:nvSpPr>
        <p:spPr>
          <a:xfrm>
            <a:off x="10276200" y="5883120"/>
            <a:ext cx="7704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D9211019-3C45-4394-BDD7-C2BBE63B9200}" type="slidenum"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‹#›</a:t>
            </a:fld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2" name="Picture 2" descr="\\DROBO-FS\QuickDrops\JB\PPTX NG\Droplets\LightingOverlay.png"/>
          <p:cNvPicPr/>
          <p:nvPr/>
        </p:nvPicPr>
        <p:blipFill>
          <a:blip r:embed="rId2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383" name="Group 7"/>
          <p:cNvGrpSpPr/>
          <p:nvPr/>
        </p:nvGrpSpPr>
        <p:grpSpPr>
          <a:xfrm>
            <a:off x="-14400" y="0"/>
            <a:ext cx="12053160" cy="6857280"/>
            <a:chOff x="-14400" y="0"/>
            <a:chExt cx="12053160" cy="6857280"/>
          </a:xfrm>
        </p:grpSpPr>
        <p:grpSp>
          <p:nvGrpSpPr>
            <p:cNvPr id="384" name="Group 8"/>
            <p:cNvGrpSpPr/>
            <p:nvPr/>
          </p:nvGrpSpPr>
          <p:grpSpPr>
            <a:xfrm>
              <a:off x="-14400" y="0"/>
              <a:ext cx="1220400" cy="6857280"/>
              <a:chOff x="-14400" y="0"/>
              <a:chExt cx="1220400" cy="6857280"/>
            </a:xfrm>
          </p:grpSpPr>
          <p:sp>
            <p:nvSpPr>
              <p:cNvPr id="385" name="Rectangle 5"/>
              <p:cNvSpPr/>
              <p:nvPr/>
            </p:nvSpPr>
            <p:spPr>
              <a:xfrm>
                <a:off x="114480" y="468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6" name="Freeform 6"/>
              <p:cNvSpPr/>
              <p:nvPr/>
            </p:nvSpPr>
            <p:spPr>
              <a:xfrm>
                <a:off x="33480" y="217656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7" name="Freeform 7"/>
              <p:cNvSpPr/>
              <p:nvPr/>
            </p:nvSpPr>
            <p:spPr>
              <a:xfrm>
                <a:off x="28440" y="4021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8" name="Freeform 8"/>
              <p:cNvSpPr/>
              <p:nvPr/>
            </p:nvSpPr>
            <p:spPr>
              <a:xfrm>
                <a:off x="200160" y="4680"/>
                <a:ext cx="369000" cy="181044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10440"/>
                  <a:gd name="textAreaBottom" fmla="*/ 1811160 h 181044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9" name="Freeform 9"/>
              <p:cNvSpPr/>
              <p:nvPr/>
            </p:nvSpPr>
            <p:spPr>
              <a:xfrm>
                <a:off x="503280" y="18018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0" name="Freeform 10"/>
              <p:cNvSpPr/>
              <p:nvPr/>
            </p:nvSpPr>
            <p:spPr>
              <a:xfrm>
                <a:off x="285840" y="4680"/>
                <a:ext cx="369000" cy="142956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429560"/>
                  <a:gd name="textAreaBottom" fmla="*/ 1430280 h 142956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1" name="Freeform 11"/>
              <p:cNvSpPr/>
              <p:nvPr/>
            </p:nvSpPr>
            <p:spPr>
              <a:xfrm>
                <a:off x="546120" y="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5960" tIns="45000" rIns="759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2" name="Freeform 12"/>
              <p:cNvSpPr/>
              <p:nvPr/>
            </p:nvSpPr>
            <p:spPr>
              <a:xfrm>
                <a:off x="588960" y="14209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3" name="Freeform 13"/>
              <p:cNvSpPr/>
              <p:nvPr/>
            </p:nvSpPr>
            <p:spPr>
              <a:xfrm>
                <a:off x="588960" y="9032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4" name="Freeform 14"/>
              <p:cNvSpPr/>
              <p:nvPr/>
            </p:nvSpPr>
            <p:spPr>
              <a:xfrm>
                <a:off x="641520" y="0"/>
                <a:ext cx="421560" cy="526320"/>
              </a:xfrm>
              <a:custGeom>
                <a:avLst/>
                <a:gdLst>
                  <a:gd name="textAreaLeft" fmla="*/ 0 w 421560"/>
                  <a:gd name="textAreaRight" fmla="*/ 422280 w 421560"/>
                  <a:gd name="textAreaTop" fmla="*/ 0 h 526320"/>
                  <a:gd name="textAreaBottom" fmla="*/ 527040 h 52632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5" name="Freeform 15"/>
              <p:cNvSpPr/>
              <p:nvPr/>
            </p:nvSpPr>
            <p:spPr>
              <a:xfrm>
                <a:off x="1020600" y="488880"/>
                <a:ext cx="161280" cy="146880"/>
              </a:xfrm>
              <a:custGeom>
                <a:avLst/>
                <a:gdLst>
                  <a:gd name="textAreaLeft" fmla="*/ 0 w 161280"/>
                  <a:gd name="textAreaRight" fmla="*/ 162000 w 161280"/>
                  <a:gd name="textAreaTop" fmla="*/ 0 h 146880"/>
                  <a:gd name="textAreaBottom" fmla="*/ 147600 h 14688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80640" tIns="45000" rIns="8064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6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-44640" rIns="0" bIns="-44640" anchor="t" anchorCtr="1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7" name="Freeform 17"/>
              <p:cNvSpPr/>
              <p:nvPr/>
            </p:nvSpPr>
            <p:spPr>
              <a:xfrm>
                <a:off x="9360" y="1801800"/>
                <a:ext cx="123120" cy="126360"/>
              </a:xfrm>
              <a:custGeom>
                <a:avLst/>
                <a:gdLst>
                  <a:gd name="textAreaLeft" fmla="*/ 0 w 123120"/>
                  <a:gd name="textAreaRight" fmla="*/ 123840 w 123120"/>
                  <a:gd name="textAreaTop" fmla="*/ 0 h 126360"/>
                  <a:gd name="textAreaBottom" fmla="*/ 127080 h 12636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61560" tIns="45000" rIns="615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8" name="Freeform 18"/>
              <p:cNvSpPr/>
              <p:nvPr/>
            </p:nvSpPr>
            <p:spPr>
              <a:xfrm>
                <a:off x="-9360" y="3549600"/>
                <a:ext cx="146880" cy="480240"/>
              </a:xfrm>
              <a:custGeom>
                <a:avLst/>
                <a:gdLst>
                  <a:gd name="textAreaLeft" fmla="*/ 0 w 146880"/>
                  <a:gd name="textAreaRight" fmla="*/ 147600 w 146880"/>
                  <a:gd name="textAreaTop" fmla="*/ 0 h 480240"/>
                  <a:gd name="textAreaBottom" fmla="*/ 480960 h 48024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3440" tIns="45000" rIns="7344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9" name="Freeform 19"/>
              <p:cNvSpPr/>
              <p:nvPr/>
            </p:nvSpPr>
            <p:spPr>
              <a:xfrm>
                <a:off x="128520" y="1382760"/>
                <a:ext cx="142200" cy="475560"/>
              </a:xfrm>
              <a:custGeom>
                <a:avLst/>
                <a:gdLst>
                  <a:gd name="textAreaLeft" fmla="*/ 0 w 142200"/>
                  <a:gd name="textAreaRight" fmla="*/ 142920 w 142200"/>
                  <a:gd name="textAreaTop" fmla="*/ 0 h 475560"/>
                  <a:gd name="textAreaBottom" fmla="*/ 476280 h 47556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1280" tIns="45000" rIns="712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0" name="Freeform 20"/>
              <p:cNvSpPr/>
              <p:nvPr/>
            </p:nvSpPr>
            <p:spPr>
              <a:xfrm>
                <a:off x="204840" y="1849320"/>
                <a:ext cx="113760" cy="107280"/>
              </a:xfrm>
              <a:custGeom>
                <a:avLst/>
                <a:gdLst>
                  <a:gd name="textAreaLeft" fmla="*/ 0 w 113760"/>
                  <a:gd name="textAreaRight" fmla="*/ 114480 w 113760"/>
                  <a:gd name="textAreaTop" fmla="*/ 0 h 107280"/>
                  <a:gd name="textAreaBottom" fmla="*/ 108000 h 10728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56880" tIns="45000" rIns="568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1" name="Rectangle 21"/>
              <p:cNvSpPr/>
              <p:nvPr/>
            </p:nvSpPr>
            <p:spPr>
              <a:xfrm>
                <a:off x="133200" y="466236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2" name="Freeform 22"/>
              <p:cNvSpPr/>
              <p:nvPr/>
            </p:nvSpPr>
            <p:spPr>
              <a:xfrm>
                <a:off x="223920" y="5041800"/>
                <a:ext cx="369000" cy="180108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01080"/>
                  <a:gd name="textAreaBottom" fmla="*/ 1801800 h 180108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3" name="Freeform 23"/>
              <p:cNvSpPr/>
              <p:nvPr/>
            </p:nvSpPr>
            <p:spPr>
              <a:xfrm>
                <a:off x="52560" y="4481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4" name="Freeform 24"/>
              <p:cNvSpPr/>
              <p:nvPr/>
            </p:nvSpPr>
            <p:spPr>
              <a:xfrm>
                <a:off x="-14400" y="5627520"/>
                <a:ext cx="84960" cy="1215360"/>
              </a:xfrm>
              <a:custGeom>
                <a:avLst/>
                <a:gdLst>
                  <a:gd name="textAreaLeft" fmla="*/ 0 w 84960"/>
                  <a:gd name="textAreaRight" fmla="*/ 85680 w 84960"/>
                  <a:gd name="textAreaTop" fmla="*/ 0 h 1215360"/>
                  <a:gd name="textAreaBottom" fmla="*/ 1216080 h 121536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42480" tIns="45000" rIns="42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5" name="Freeform 25"/>
              <p:cNvSpPr/>
              <p:nvPr/>
            </p:nvSpPr>
            <p:spPr>
              <a:xfrm>
                <a:off x="527040" y="4867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6" name="Freeform 26"/>
              <p:cNvSpPr/>
              <p:nvPr/>
            </p:nvSpPr>
            <p:spPr>
              <a:xfrm>
                <a:off x="309600" y="5423040"/>
                <a:ext cx="374040" cy="1424880"/>
              </a:xfrm>
              <a:custGeom>
                <a:avLst/>
                <a:gdLst>
                  <a:gd name="textAreaLeft" fmla="*/ 0 w 374040"/>
                  <a:gd name="textAreaRight" fmla="*/ 374760 w 374040"/>
                  <a:gd name="textAreaTop" fmla="*/ 0 h 1424880"/>
                  <a:gd name="textAreaBottom" fmla="*/ 1425600 h 142488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7" name="Freeform 27"/>
              <p:cNvSpPr/>
              <p:nvPr/>
            </p:nvSpPr>
            <p:spPr>
              <a:xfrm>
                <a:off x="569880" y="594504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5960" tIns="45000" rIns="759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8" name="Freeform 28"/>
              <p:cNvSpPr/>
              <p:nvPr/>
            </p:nvSpPr>
            <p:spPr>
              <a:xfrm>
                <a:off x="612720" y="5246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9" name="Freeform 29"/>
              <p:cNvSpPr/>
              <p:nvPr/>
            </p:nvSpPr>
            <p:spPr>
              <a:xfrm>
                <a:off x="612720" y="57643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0" name="Freeform 30"/>
              <p:cNvSpPr/>
              <p:nvPr/>
            </p:nvSpPr>
            <p:spPr>
              <a:xfrm>
                <a:off x="669960" y="6330960"/>
                <a:ext cx="416880" cy="51696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6960"/>
                  <a:gd name="textAreaBottom" fmla="*/ 517680 h 51696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1" name="Freeform 31"/>
              <p:cNvSpPr/>
              <p:nvPr/>
            </p:nvSpPr>
            <p:spPr>
              <a:xfrm>
                <a:off x="1049400" y="6221520"/>
                <a:ext cx="156600" cy="14688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46880"/>
                  <a:gd name="textAreaBottom" fmla="*/ 147600 h 14688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412" name="Group 9"/>
            <p:cNvGrpSpPr/>
            <p:nvPr/>
          </p:nvGrpSpPr>
          <p:grpSpPr>
            <a:xfrm>
              <a:off x="11364840" y="0"/>
              <a:ext cx="673920" cy="6847920"/>
              <a:chOff x="11364840" y="0"/>
              <a:chExt cx="673920" cy="6847920"/>
            </a:xfrm>
          </p:grpSpPr>
          <p:sp>
            <p:nvSpPr>
              <p:cNvPr id="413" name="Freeform 32"/>
              <p:cNvSpPr/>
              <p:nvPr/>
            </p:nvSpPr>
            <p:spPr>
              <a:xfrm>
                <a:off x="11484000" y="0"/>
                <a:ext cx="416880" cy="51192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1920"/>
                  <a:gd name="textAreaBottom" fmla="*/ 512640 h 51192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4" name="Freeform 33"/>
              <p:cNvSpPr/>
              <p:nvPr/>
            </p:nvSpPr>
            <p:spPr>
              <a:xfrm>
                <a:off x="11364840" y="474840"/>
                <a:ext cx="156600" cy="15156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1560"/>
                  <a:gd name="textAreaBottom" fmla="*/ 152280 h 15156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5" name="Freeform 34"/>
              <p:cNvSpPr/>
              <p:nvPr/>
            </p:nvSpPr>
            <p:spPr>
              <a:xfrm>
                <a:off x="11631600" y="1539720"/>
                <a:ext cx="188280" cy="18972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6" name="Freeform 35"/>
              <p:cNvSpPr/>
              <p:nvPr/>
            </p:nvSpPr>
            <p:spPr>
              <a:xfrm>
                <a:off x="11531520" y="5694480"/>
                <a:ext cx="297720" cy="1153440"/>
              </a:xfrm>
              <a:custGeom>
                <a:avLst/>
                <a:gdLst>
                  <a:gd name="textAreaLeft" fmla="*/ 0 w 297720"/>
                  <a:gd name="textAreaRight" fmla="*/ 298440 w 297720"/>
                  <a:gd name="textAreaTop" fmla="*/ 0 h 1153440"/>
                  <a:gd name="textAreaBottom" fmla="*/ 1154160 h 115344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7" name="Freeform 36"/>
              <p:cNvSpPr/>
              <p:nvPr/>
            </p:nvSpPr>
            <p:spPr>
              <a:xfrm>
                <a:off x="11773080" y="5551560"/>
                <a:ext cx="156600" cy="15480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4800"/>
                  <a:gd name="textAreaBottom" fmla="*/ 155520 h 15480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8" name="Freeform 37"/>
              <p:cNvSpPr/>
              <p:nvPr/>
            </p:nvSpPr>
            <p:spPr>
              <a:xfrm>
                <a:off x="11711160" y="4680"/>
                <a:ext cx="304200" cy="1544040"/>
              </a:xfrm>
              <a:custGeom>
                <a:avLst/>
                <a:gdLst>
                  <a:gd name="textAreaLeft" fmla="*/ 0 w 304200"/>
                  <a:gd name="textAreaRight" fmla="*/ 304920 w 304200"/>
                  <a:gd name="textAreaTop" fmla="*/ 0 h 1544040"/>
                  <a:gd name="textAreaBottom" fmla="*/ 1544760 h 154404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9" name="Freeform 38"/>
              <p:cNvSpPr/>
              <p:nvPr/>
            </p:nvSpPr>
            <p:spPr>
              <a:xfrm>
                <a:off x="11636280" y="4867200"/>
                <a:ext cx="188280" cy="18828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0" name="Freeform 39"/>
              <p:cNvSpPr/>
              <p:nvPr/>
            </p:nvSpPr>
            <p:spPr>
              <a:xfrm>
                <a:off x="11441160" y="5046840"/>
                <a:ext cx="307080" cy="1801080"/>
              </a:xfrm>
              <a:custGeom>
                <a:avLst/>
                <a:gdLst>
                  <a:gd name="textAreaLeft" fmla="*/ 0 w 307080"/>
                  <a:gd name="textAreaRight" fmla="*/ 307800 w 307080"/>
                  <a:gd name="textAreaTop" fmla="*/ 0 h 1801080"/>
                  <a:gd name="textAreaBottom" fmla="*/ 1801800 h 180108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1" name="Freeform 40"/>
              <p:cNvSpPr/>
              <p:nvPr/>
            </p:nvSpPr>
            <p:spPr>
              <a:xfrm>
                <a:off x="11849040" y="641664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2" name="Rectangle 41"/>
              <p:cNvSpPr/>
              <p:nvPr/>
            </p:nvSpPr>
            <p:spPr>
              <a:xfrm>
                <a:off x="11939760" y="6595920"/>
                <a:ext cx="23040" cy="251640"/>
              </a:xfrm>
              <a:prstGeom prst="rect">
                <a:avLst/>
              </a:pr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423" name="PlaceHolder 1"/>
          <p:cNvSpPr>
            <a:spLocks noGrp="1"/>
          </p:cNvSpPr>
          <p:nvPr>
            <p:ph type="title"/>
          </p:nvPr>
        </p:nvSpPr>
        <p:spPr>
          <a:xfrm>
            <a:off x="1146600" y="609480"/>
            <a:ext cx="3855240" cy="163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2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title style</a:t>
            </a:r>
          </a:p>
        </p:txBody>
      </p:sp>
      <p:sp>
        <p:nvSpPr>
          <p:cNvPr id="424" name="PlaceHolder 2"/>
          <p:cNvSpPr>
            <a:spLocks noGrp="1"/>
          </p:cNvSpPr>
          <p:nvPr>
            <p:ph type="body"/>
          </p:nvPr>
        </p:nvSpPr>
        <p:spPr>
          <a:xfrm>
            <a:off x="5156280" y="592560"/>
            <a:ext cx="5890320" cy="5197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  <a:lvl2pPr lvl="1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2pPr>
            <a:lvl3pPr lvl="2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3pPr>
            <a:lvl4pPr lvl="3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4pPr>
            <a:lvl5pPr lvl="4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5pPr>
          </a:lstStyle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</a:p>
          <a:p>
            <a:pPr marL="685800" lvl="1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Second level</a:t>
            </a:r>
          </a:p>
          <a:p>
            <a:pPr marL="1143000" lvl="2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Third level</a:t>
            </a:r>
          </a:p>
          <a:p>
            <a:pPr marL="1600200" lvl="3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Fourth level</a:t>
            </a:r>
          </a:p>
          <a:p>
            <a:pPr marL="2057400" lvl="4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Fifth level</a:t>
            </a:r>
          </a:p>
        </p:txBody>
      </p:sp>
      <p:sp>
        <p:nvSpPr>
          <p:cNvPr id="425" name="PlaceHolder 3"/>
          <p:cNvSpPr>
            <a:spLocks noGrp="1"/>
          </p:cNvSpPr>
          <p:nvPr>
            <p:ph type="body"/>
          </p:nvPr>
        </p:nvSpPr>
        <p:spPr>
          <a:xfrm>
            <a:off x="1146600" y="2249640"/>
            <a:ext cx="3855240" cy="354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</a:p>
        </p:txBody>
      </p:sp>
      <p:sp>
        <p:nvSpPr>
          <p:cNvPr id="426" name="PlaceHolder 4"/>
          <p:cNvSpPr>
            <a:spLocks noGrp="1"/>
          </p:cNvSpPr>
          <p:nvPr>
            <p:ph type="dt" idx="22"/>
          </p:nvPr>
        </p:nvSpPr>
        <p:spPr>
          <a:xfrm>
            <a:off x="7457040" y="58831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&lt;date/time&gt;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7" name="PlaceHolder 5"/>
          <p:cNvSpPr>
            <a:spLocks noGrp="1"/>
          </p:cNvSpPr>
          <p:nvPr>
            <p:ph type="ftr" idx="23"/>
          </p:nvPr>
        </p:nvSpPr>
        <p:spPr>
          <a:xfrm>
            <a:off x="1141560" y="588312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28" name="PlaceHolder 6"/>
          <p:cNvSpPr>
            <a:spLocks noGrp="1"/>
          </p:cNvSpPr>
          <p:nvPr>
            <p:ph type="sldNum" idx="24"/>
          </p:nvPr>
        </p:nvSpPr>
        <p:spPr>
          <a:xfrm>
            <a:off x="10276200" y="5883120"/>
            <a:ext cx="7704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DB1E199D-37F6-4622-9263-A6A3F3799251}" type="slidenum"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‹#›</a:t>
            </a:fld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9" name="Picture 2" descr="\\DROBO-FS\QuickDrops\JB\PPTX NG\Droplets\LightingOverlay.png"/>
          <p:cNvPicPr/>
          <p:nvPr/>
        </p:nvPicPr>
        <p:blipFill>
          <a:blip r:embed="rId2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430" name="Group 7"/>
          <p:cNvGrpSpPr/>
          <p:nvPr/>
        </p:nvGrpSpPr>
        <p:grpSpPr>
          <a:xfrm>
            <a:off x="-14400" y="0"/>
            <a:ext cx="12053160" cy="6857280"/>
            <a:chOff x="-14400" y="0"/>
            <a:chExt cx="12053160" cy="6857280"/>
          </a:xfrm>
        </p:grpSpPr>
        <p:grpSp>
          <p:nvGrpSpPr>
            <p:cNvPr id="431" name="Group 8"/>
            <p:cNvGrpSpPr/>
            <p:nvPr/>
          </p:nvGrpSpPr>
          <p:grpSpPr>
            <a:xfrm>
              <a:off x="-14400" y="0"/>
              <a:ext cx="1220400" cy="6857280"/>
              <a:chOff x="-14400" y="0"/>
              <a:chExt cx="1220400" cy="6857280"/>
            </a:xfrm>
          </p:grpSpPr>
          <p:sp>
            <p:nvSpPr>
              <p:cNvPr id="432" name="Rectangle 5"/>
              <p:cNvSpPr/>
              <p:nvPr/>
            </p:nvSpPr>
            <p:spPr>
              <a:xfrm>
                <a:off x="114480" y="468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3" name="Freeform 6"/>
              <p:cNvSpPr/>
              <p:nvPr/>
            </p:nvSpPr>
            <p:spPr>
              <a:xfrm>
                <a:off x="33480" y="217656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4" name="Freeform 7"/>
              <p:cNvSpPr/>
              <p:nvPr/>
            </p:nvSpPr>
            <p:spPr>
              <a:xfrm>
                <a:off x="28440" y="4021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5" name="Freeform 8"/>
              <p:cNvSpPr/>
              <p:nvPr/>
            </p:nvSpPr>
            <p:spPr>
              <a:xfrm>
                <a:off x="200160" y="4680"/>
                <a:ext cx="369000" cy="181044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10440"/>
                  <a:gd name="textAreaBottom" fmla="*/ 1811160 h 181044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6" name="Freeform 9"/>
              <p:cNvSpPr/>
              <p:nvPr/>
            </p:nvSpPr>
            <p:spPr>
              <a:xfrm>
                <a:off x="503280" y="18018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7" name="Freeform 10"/>
              <p:cNvSpPr/>
              <p:nvPr/>
            </p:nvSpPr>
            <p:spPr>
              <a:xfrm>
                <a:off x="285840" y="4680"/>
                <a:ext cx="369000" cy="142956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429560"/>
                  <a:gd name="textAreaBottom" fmla="*/ 1430280 h 142956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8" name="Freeform 11"/>
              <p:cNvSpPr/>
              <p:nvPr/>
            </p:nvSpPr>
            <p:spPr>
              <a:xfrm>
                <a:off x="546120" y="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5960" tIns="45000" rIns="759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9" name="Freeform 12"/>
              <p:cNvSpPr/>
              <p:nvPr/>
            </p:nvSpPr>
            <p:spPr>
              <a:xfrm>
                <a:off x="588960" y="14209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0" name="Freeform 13"/>
              <p:cNvSpPr/>
              <p:nvPr/>
            </p:nvSpPr>
            <p:spPr>
              <a:xfrm>
                <a:off x="588960" y="9032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1" name="Freeform 14"/>
              <p:cNvSpPr/>
              <p:nvPr/>
            </p:nvSpPr>
            <p:spPr>
              <a:xfrm>
                <a:off x="641520" y="0"/>
                <a:ext cx="421560" cy="526320"/>
              </a:xfrm>
              <a:custGeom>
                <a:avLst/>
                <a:gdLst>
                  <a:gd name="textAreaLeft" fmla="*/ 0 w 421560"/>
                  <a:gd name="textAreaRight" fmla="*/ 422280 w 421560"/>
                  <a:gd name="textAreaTop" fmla="*/ 0 h 526320"/>
                  <a:gd name="textAreaBottom" fmla="*/ 527040 h 52632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2" name="Freeform 15"/>
              <p:cNvSpPr/>
              <p:nvPr/>
            </p:nvSpPr>
            <p:spPr>
              <a:xfrm>
                <a:off x="1020600" y="488880"/>
                <a:ext cx="161280" cy="146880"/>
              </a:xfrm>
              <a:custGeom>
                <a:avLst/>
                <a:gdLst>
                  <a:gd name="textAreaLeft" fmla="*/ 0 w 161280"/>
                  <a:gd name="textAreaRight" fmla="*/ 162000 w 161280"/>
                  <a:gd name="textAreaTop" fmla="*/ 0 h 146880"/>
                  <a:gd name="textAreaBottom" fmla="*/ 147600 h 14688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80640" tIns="45000" rIns="8064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3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-44640" rIns="0" bIns="-44640" anchor="t" anchorCtr="1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4" name="Freeform 17"/>
              <p:cNvSpPr/>
              <p:nvPr/>
            </p:nvSpPr>
            <p:spPr>
              <a:xfrm>
                <a:off x="9360" y="1801800"/>
                <a:ext cx="123120" cy="126360"/>
              </a:xfrm>
              <a:custGeom>
                <a:avLst/>
                <a:gdLst>
                  <a:gd name="textAreaLeft" fmla="*/ 0 w 123120"/>
                  <a:gd name="textAreaRight" fmla="*/ 123840 w 123120"/>
                  <a:gd name="textAreaTop" fmla="*/ 0 h 126360"/>
                  <a:gd name="textAreaBottom" fmla="*/ 127080 h 12636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61560" tIns="45000" rIns="615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5" name="Freeform 18"/>
              <p:cNvSpPr/>
              <p:nvPr/>
            </p:nvSpPr>
            <p:spPr>
              <a:xfrm>
                <a:off x="-9360" y="3549600"/>
                <a:ext cx="146880" cy="480240"/>
              </a:xfrm>
              <a:custGeom>
                <a:avLst/>
                <a:gdLst>
                  <a:gd name="textAreaLeft" fmla="*/ 0 w 146880"/>
                  <a:gd name="textAreaRight" fmla="*/ 147600 w 146880"/>
                  <a:gd name="textAreaTop" fmla="*/ 0 h 480240"/>
                  <a:gd name="textAreaBottom" fmla="*/ 480960 h 48024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3440" tIns="45000" rIns="7344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6" name="Freeform 19"/>
              <p:cNvSpPr/>
              <p:nvPr/>
            </p:nvSpPr>
            <p:spPr>
              <a:xfrm>
                <a:off x="128520" y="1382760"/>
                <a:ext cx="142200" cy="475560"/>
              </a:xfrm>
              <a:custGeom>
                <a:avLst/>
                <a:gdLst>
                  <a:gd name="textAreaLeft" fmla="*/ 0 w 142200"/>
                  <a:gd name="textAreaRight" fmla="*/ 142920 w 142200"/>
                  <a:gd name="textAreaTop" fmla="*/ 0 h 475560"/>
                  <a:gd name="textAreaBottom" fmla="*/ 476280 h 47556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1280" tIns="45000" rIns="712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7" name="Freeform 20"/>
              <p:cNvSpPr/>
              <p:nvPr/>
            </p:nvSpPr>
            <p:spPr>
              <a:xfrm>
                <a:off x="204840" y="1849320"/>
                <a:ext cx="113760" cy="107280"/>
              </a:xfrm>
              <a:custGeom>
                <a:avLst/>
                <a:gdLst>
                  <a:gd name="textAreaLeft" fmla="*/ 0 w 113760"/>
                  <a:gd name="textAreaRight" fmla="*/ 114480 w 113760"/>
                  <a:gd name="textAreaTop" fmla="*/ 0 h 107280"/>
                  <a:gd name="textAreaBottom" fmla="*/ 108000 h 10728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56880" tIns="45000" rIns="568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8" name="Rectangle 21"/>
              <p:cNvSpPr/>
              <p:nvPr/>
            </p:nvSpPr>
            <p:spPr>
              <a:xfrm>
                <a:off x="133200" y="466236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9" name="Freeform 22"/>
              <p:cNvSpPr/>
              <p:nvPr/>
            </p:nvSpPr>
            <p:spPr>
              <a:xfrm>
                <a:off x="223920" y="5041800"/>
                <a:ext cx="369000" cy="180108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01080"/>
                  <a:gd name="textAreaBottom" fmla="*/ 1801800 h 180108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0" name="Freeform 23"/>
              <p:cNvSpPr/>
              <p:nvPr/>
            </p:nvSpPr>
            <p:spPr>
              <a:xfrm>
                <a:off x="52560" y="4481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1" name="Freeform 24"/>
              <p:cNvSpPr/>
              <p:nvPr/>
            </p:nvSpPr>
            <p:spPr>
              <a:xfrm>
                <a:off x="-14400" y="5627520"/>
                <a:ext cx="84960" cy="1215360"/>
              </a:xfrm>
              <a:custGeom>
                <a:avLst/>
                <a:gdLst>
                  <a:gd name="textAreaLeft" fmla="*/ 0 w 84960"/>
                  <a:gd name="textAreaRight" fmla="*/ 85680 w 84960"/>
                  <a:gd name="textAreaTop" fmla="*/ 0 h 1215360"/>
                  <a:gd name="textAreaBottom" fmla="*/ 1216080 h 121536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42480" tIns="45000" rIns="42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2" name="Freeform 25"/>
              <p:cNvSpPr/>
              <p:nvPr/>
            </p:nvSpPr>
            <p:spPr>
              <a:xfrm>
                <a:off x="527040" y="4867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3" name="Freeform 26"/>
              <p:cNvSpPr/>
              <p:nvPr/>
            </p:nvSpPr>
            <p:spPr>
              <a:xfrm>
                <a:off x="309600" y="5423040"/>
                <a:ext cx="374040" cy="1424880"/>
              </a:xfrm>
              <a:custGeom>
                <a:avLst/>
                <a:gdLst>
                  <a:gd name="textAreaLeft" fmla="*/ 0 w 374040"/>
                  <a:gd name="textAreaRight" fmla="*/ 374760 w 374040"/>
                  <a:gd name="textAreaTop" fmla="*/ 0 h 1424880"/>
                  <a:gd name="textAreaBottom" fmla="*/ 1425600 h 142488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4" name="Freeform 27"/>
              <p:cNvSpPr/>
              <p:nvPr/>
            </p:nvSpPr>
            <p:spPr>
              <a:xfrm>
                <a:off x="569880" y="594504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5960" tIns="45000" rIns="759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5" name="Freeform 28"/>
              <p:cNvSpPr/>
              <p:nvPr/>
            </p:nvSpPr>
            <p:spPr>
              <a:xfrm>
                <a:off x="612720" y="5246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6" name="Freeform 29"/>
              <p:cNvSpPr/>
              <p:nvPr/>
            </p:nvSpPr>
            <p:spPr>
              <a:xfrm>
                <a:off x="612720" y="57643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7" name="Freeform 30"/>
              <p:cNvSpPr/>
              <p:nvPr/>
            </p:nvSpPr>
            <p:spPr>
              <a:xfrm>
                <a:off x="669960" y="6330960"/>
                <a:ext cx="416880" cy="51696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6960"/>
                  <a:gd name="textAreaBottom" fmla="*/ 517680 h 51696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8" name="Freeform 31"/>
              <p:cNvSpPr/>
              <p:nvPr/>
            </p:nvSpPr>
            <p:spPr>
              <a:xfrm>
                <a:off x="1049400" y="6221520"/>
                <a:ext cx="156600" cy="14688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46880"/>
                  <a:gd name="textAreaBottom" fmla="*/ 147600 h 14688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459" name="Group 9"/>
            <p:cNvGrpSpPr/>
            <p:nvPr/>
          </p:nvGrpSpPr>
          <p:grpSpPr>
            <a:xfrm>
              <a:off x="11364840" y="0"/>
              <a:ext cx="673920" cy="6847920"/>
              <a:chOff x="11364840" y="0"/>
              <a:chExt cx="673920" cy="6847920"/>
            </a:xfrm>
          </p:grpSpPr>
          <p:sp>
            <p:nvSpPr>
              <p:cNvPr id="460" name="Freeform 32"/>
              <p:cNvSpPr/>
              <p:nvPr/>
            </p:nvSpPr>
            <p:spPr>
              <a:xfrm>
                <a:off x="11484000" y="0"/>
                <a:ext cx="416880" cy="51192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1920"/>
                  <a:gd name="textAreaBottom" fmla="*/ 512640 h 51192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1" name="Freeform 33"/>
              <p:cNvSpPr/>
              <p:nvPr/>
            </p:nvSpPr>
            <p:spPr>
              <a:xfrm>
                <a:off x="11364840" y="474840"/>
                <a:ext cx="156600" cy="15156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1560"/>
                  <a:gd name="textAreaBottom" fmla="*/ 152280 h 15156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2" name="Freeform 34"/>
              <p:cNvSpPr/>
              <p:nvPr/>
            </p:nvSpPr>
            <p:spPr>
              <a:xfrm>
                <a:off x="11631600" y="1539720"/>
                <a:ext cx="188280" cy="18972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3" name="Freeform 35"/>
              <p:cNvSpPr/>
              <p:nvPr/>
            </p:nvSpPr>
            <p:spPr>
              <a:xfrm>
                <a:off x="11531520" y="5694480"/>
                <a:ext cx="297720" cy="1153440"/>
              </a:xfrm>
              <a:custGeom>
                <a:avLst/>
                <a:gdLst>
                  <a:gd name="textAreaLeft" fmla="*/ 0 w 297720"/>
                  <a:gd name="textAreaRight" fmla="*/ 298440 w 297720"/>
                  <a:gd name="textAreaTop" fmla="*/ 0 h 1153440"/>
                  <a:gd name="textAreaBottom" fmla="*/ 1154160 h 115344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4" name="Freeform 36"/>
              <p:cNvSpPr/>
              <p:nvPr/>
            </p:nvSpPr>
            <p:spPr>
              <a:xfrm>
                <a:off x="11773080" y="5551560"/>
                <a:ext cx="156600" cy="15480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4800"/>
                  <a:gd name="textAreaBottom" fmla="*/ 155520 h 15480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5" name="Freeform 37"/>
              <p:cNvSpPr/>
              <p:nvPr/>
            </p:nvSpPr>
            <p:spPr>
              <a:xfrm>
                <a:off x="11711160" y="4680"/>
                <a:ext cx="304200" cy="1544040"/>
              </a:xfrm>
              <a:custGeom>
                <a:avLst/>
                <a:gdLst>
                  <a:gd name="textAreaLeft" fmla="*/ 0 w 304200"/>
                  <a:gd name="textAreaRight" fmla="*/ 304920 w 304200"/>
                  <a:gd name="textAreaTop" fmla="*/ 0 h 1544040"/>
                  <a:gd name="textAreaBottom" fmla="*/ 1544760 h 154404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6" name="Freeform 38"/>
              <p:cNvSpPr/>
              <p:nvPr/>
            </p:nvSpPr>
            <p:spPr>
              <a:xfrm>
                <a:off x="11636280" y="4867200"/>
                <a:ext cx="188280" cy="18828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7" name="Freeform 39"/>
              <p:cNvSpPr/>
              <p:nvPr/>
            </p:nvSpPr>
            <p:spPr>
              <a:xfrm>
                <a:off x="11441160" y="5046840"/>
                <a:ext cx="307080" cy="1801080"/>
              </a:xfrm>
              <a:custGeom>
                <a:avLst/>
                <a:gdLst>
                  <a:gd name="textAreaLeft" fmla="*/ 0 w 307080"/>
                  <a:gd name="textAreaRight" fmla="*/ 307800 w 307080"/>
                  <a:gd name="textAreaTop" fmla="*/ 0 h 1801080"/>
                  <a:gd name="textAreaBottom" fmla="*/ 1801800 h 180108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8" name="Freeform 40"/>
              <p:cNvSpPr/>
              <p:nvPr/>
            </p:nvSpPr>
            <p:spPr>
              <a:xfrm>
                <a:off x="11849040" y="641664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9" name="Rectangle 41"/>
              <p:cNvSpPr/>
              <p:nvPr/>
            </p:nvSpPr>
            <p:spPr>
              <a:xfrm>
                <a:off x="11939760" y="6595920"/>
                <a:ext cx="23040" cy="251640"/>
              </a:xfrm>
              <a:prstGeom prst="rect">
                <a:avLst/>
              </a:pr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470" name="PlaceHolder 1"/>
          <p:cNvSpPr>
            <a:spLocks noGrp="1"/>
          </p:cNvSpPr>
          <p:nvPr>
            <p:ph type="title"/>
          </p:nvPr>
        </p:nvSpPr>
        <p:spPr>
          <a:xfrm>
            <a:off x="1141560" y="609480"/>
            <a:ext cx="5933880" cy="163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2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title style</a:t>
            </a:r>
          </a:p>
        </p:txBody>
      </p:sp>
      <p:sp>
        <p:nvSpPr>
          <p:cNvPr id="471" name="PlaceHolder 2"/>
          <p:cNvSpPr>
            <a:spLocks noGrp="1"/>
          </p:cNvSpPr>
          <p:nvPr>
            <p:ph type="body"/>
          </p:nvPr>
        </p:nvSpPr>
        <p:spPr>
          <a:xfrm>
            <a:off x="7380720" y="609480"/>
            <a:ext cx="3665880" cy="5180760"/>
          </a:xfrm>
          <a:prstGeom prst="rect">
            <a:avLst/>
          </a:prstGeom>
          <a:noFill/>
          <a:ln w="19080" cap="sq">
            <a:solidFill>
              <a:schemeClr val="dk2">
                <a:lumMod val="60000"/>
                <a:lumOff val="40000"/>
                <a:alpha val="60000"/>
              </a:schemeClr>
            </a:solidFill>
            <a:miter/>
          </a:ln>
          <a:effectLst>
            <a:outerShdw blurRad="88920" dist="38160" dir="5400000" rotWithShape="0">
              <a:srgbClr val="000000">
                <a:alpha val="40000"/>
              </a:srgbClr>
            </a:outerShdw>
          </a:effectLst>
        </p:spPr>
        <p:txBody>
          <a:bodyPr lIns="90000" tIns="45000" rIns="90000" bIns="4500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icon to add picture</a:t>
            </a:r>
          </a:p>
        </p:txBody>
      </p:sp>
      <p:sp>
        <p:nvSpPr>
          <p:cNvPr id="472" name="PlaceHolder 3"/>
          <p:cNvSpPr>
            <a:spLocks noGrp="1"/>
          </p:cNvSpPr>
          <p:nvPr>
            <p:ph type="body"/>
          </p:nvPr>
        </p:nvSpPr>
        <p:spPr>
          <a:xfrm>
            <a:off x="1141560" y="2249640"/>
            <a:ext cx="5933880" cy="354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</a:p>
        </p:txBody>
      </p:sp>
      <p:sp>
        <p:nvSpPr>
          <p:cNvPr id="473" name="PlaceHolder 4"/>
          <p:cNvSpPr>
            <a:spLocks noGrp="1"/>
          </p:cNvSpPr>
          <p:nvPr>
            <p:ph type="dt" idx="25"/>
          </p:nvPr>
        </p:nvSpPr>
        <p:spPr>
          <a:xfrm>
            <a:off x="7457040" y="58831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&lt;date/time&gt;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4" name="PlaceHolder 5"/>
          <p:cNvSpPr>
            <a:spLocks noGrp="1"/>
          </p:cNvSpPr>
          <p:nvPr>
            <p:ph type="ftr" idx="26"/>
          </p:nvPr>
        </p:nvSpPr>
        <p:spPr>
          <a:xfrm>
            <a:off x="1141560" y="588312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75" name="PlaceHolder 6"/>
          <p:cNvSpPr>
            <a:spLocks noGrp="1"/>
          </p:cNvSpPr>
          <p:nvPr>
            <p:ph type="sldNum" idx="27"/>
          </p:nvPr>
        </p:nvSpPr>
        <p:spPr>
          <a:xfrm>
            <a:off x="10276200" y="5883120"/>
            <a:ext cx="7704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1920C89-7864-48CD-8E89-44E3D2910BC5}" type="slidenum"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‹#›</a:t>
            </a:fld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anoramic 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6" name="Picture 2" descr="\\DROBO-FS\QuickDrops\JB\PPTX NG\Droplets\LightingOverlay.png"/>
          <p:cNvPicPr/>
          <p:nvPr/>
        </p:nvPicPr>
        <p:blipFill>
          <a:blip r:embed="rId2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477" name="Group 7"/>
          <p:cNvGrpSpPr/>
          <p:nvPr/>
        </p:nvGrpSpPr>
        <p:grpSpPr>
          <a:xfrm>
            <a:off x="-14400" y="0"/>
            <a:ext cx="12053160" cy="6857280"/>
            <a:chOff x="-14400" y="0"/>
            <a:chExt cx="12053160" cy="6857280"/>
          </a:xfrm>
        </p:grpSpPr>
        <p:grpSp>
          <p:nvGrpSpPr>
            <p:cNvPr id="478" name="Group 8"/>
            <p:cNvGrpSpPr/>
            <p:nvPr/>
          </p:nvGrpSpPr>
          <p:grpSpPr>
            <a:xfrm>
              <a:off x="-14400" y="0"/>
              <a:ext cx="1220400" cy="6857280"/>
              <a:chOff x="-14400" y="0"/>
              <a:chExt cx="1220400" cy="6857280"/>
            </a:xfrm>
          </p:grpSpPr>
          <p:sp>
            <p:nvSpPr>
              <p:cNvPr id="479" name="Rectangle 5"/>
              <p:cNvSpPr/>
              <p:nvPr/>
            </p:nvSpPr>
            <p:spPr>
              <a:xfrm>
                <a:off x="114480" y="468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0" name="Freeform 6"/>
              <p:cNvSpPr/>
              <p:nvPr/>
            </p:nvSpPr>
            <p:spPr>
              <a:xfrm>
                <a:off x="33480" y="217656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1" name="Freeform 7"/>
              <p:cNvSpPr/>
              <p:nvPr/>
            </p:nvSpPr>
            <p:spPr>
              <a:xfrm>
                <a:off x="28440" y="4021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2" name="Freeform 8"/>
              <p:cNvSpPr/>
              <p:nvPr/>
            </p:nvSpPr>
            <p:spPr>
              <a:xfrm>
                <a:off x="200160" y="4680"/>
                <a:ext cx="369000" cy="181044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10440"/>
                  <a:gd name="textAreaBottom" fmla="*/ 1811160 h 181044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3" name="Freeform 9"/>
              <p:cNvSpPr/>
              <p:nvPr/>
            </p:nvSpPr>
            <p:spPr>
              <a:xfrm>
                <a:off x="503280" y="18018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4" name="Freeform 10"/>
              <p:cNvSpPr/>
              <p:nvPr/>
            </p:nvSpPr>
            <p:spPr>
              <a:xfrm>
                <a:off x="285840" y="4680"/>
                <a:ext cx="369000" cy="142956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429560"/>
                  <a:gd name="textAreaBottom" fmla="*/ 1430280 h 142956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5" name="Freeform 11"/>
              <p:cNvSpPr/>
              <p:nvPr/>
            </p:nvSpPr>
            <p:spPr>
              <a:xfrm>
                <a:off x="546120" y="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5960" tIns="45000" rIns="759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6" name="Freeform 12"/>
              <p:cNvSpPr/>
              <p:nvPr/>
            </p:nvSpPr>
            <p:spPr>
              <a:xfrm>
                <a:off x="588960" y="14209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7" name="Freeform 13"/>
              <p:cNvSpPr/>
              <p:nvPr/>
            </p:nvSpPr>
            <p:spPr>
              <a:xfrm>
                <a:off x="588960" y="9032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8" name="Freeform 14"/>
              <p:cNvSpPr/>
              <p:nvPr/>
            </p:nvSpPr>
            <p:spPr>
              <a:xfrm>
                <a:off x="641520" y="0"/>
                <a:ext cx="421560" cy="526320"/>
              </a:xfrm>
              <a:custGeom>
                <a:avLst/>
                <a:gdLst>
                  <a:gd name="textAreaLeft" fmla="*/ 0 w 421560"/>
                  <a:gd name="textAreaRight" fmla="*/ 422280 w 421560"/>
                  <a:gd name="textAreaTop" fmla="*/ 0 h 526320"/>
                  <a:gd name="textAreaBottom" fmla="*/ 527040 h 52632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9" name="Freeform 15"/>
              <p:cNvSpPr/>
              <p:nvPr/>
            </p:nvSpPr>
            <p:spPr>
              <a:xfrm>
                <a:off x="1020600" y="488880"/>
                <a:ext cx="161280" cy="146880"/>
              </a:xfrm>
              <a:custGeom>
                <a:avLst/>
                <a:gdLst>
                  <a:gd name="textAreaLeft" fmla="*/ 0 w 161280"/>
                  <a:gd name="textAreaRight" fmla="*/ 162000 w 161280"/>
                  <a:gd name="textAreaTop" fmla="*/ 0 h 146880"/>
                  <a:gd name="textAreaBottom" fmla="*/ 147600 h 14688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80640" tIns="45000" rIns="8064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0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-44640" rIns="0" bIns="-44640" anchor="t" anchorCtr="1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1" name="Freeform 17"/>
              <p:cNvSpPr/>
              <p:nvPr/>
            </p:nvSpPr>
            <p:spPr>
              <a:xfrm>
                <a:off x="9360" y="1801800"/>
                <a:ext cx="123120" cy="126360"/>
              </a:xfrm>
              <a:custGeom>
                <a:avLst/>
                <a:gdLst>
                  <a:gd name="textAreaLeft" fmla="*/ 0 w 123120"/>
                  <a:gd name="textAreaRight" fmla="*/ 123840 w 123120"/>
                  <a:gd name="textAreaTop" fmla="*/ 0 h 126360"/>
                  <a:gd name="textAreaBottom" fmla="*/ 127080 h 12636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61560" tIns="45000" rIns="615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2" name="Freeform 18"/>
              <p:cNvSpPr/>
              <p:nvPr/>
            </p:nvSpPr>
            <p:spPr>
              <a:xfrm>
                <a:off x="-9360" y="3549600"/>
                <a:ext cx="146880" cy="480240"/>
              </a:xfrm>
              <a:custGeom>
                <a:avLst/>
                <a:gdLst>
                  <a:gd name="textAreaLeft" fmla="*/ 0 w 146880"/>
                  <a:gd name="textAreaRight" fmla="*/ 147600 w 146880"/>
                  <a:gd name="textAreaTop" fmla="*/ 0 h 480240"/>
                  <a:gd name="textAreaBottom" fmla="*/ 480960 h 48024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3440" tIns="45000" rIns="7344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3" name="Freeform 19"/>
              <p:cNvSpPr/>
              <p:nvPr/>
            </p:nvSpPr>
            <p:spPr>
              <a:xfrm>
                <a:off x="128520" y="1382760"/>
                <a:ext cx="142200" cy="475560"/>
              </a:xfrm>
              <a:custGeom>
                <a:avLst/>
                <a:gdLst>
                  <a:gd name="textAreaLeft" fmla="*/ 0 w 142200"/>
                  <a:gd name="textAreaRight" fmla="*/ 142920 w 142200"/>
                  <a:gd name="textAreaTop" fmla="*/ 0 h 475560"/>
                  <a:gd name="textAreaBottom" fmla="*/ 476280 h 47556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1280" tIns="45000" rIns="712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4" name="Freeform 20"/>
              <p:cNvSpPr/>
              <p:nvPr/>
            </p:nvSpPr>
            <p:spPr>
              <a:xfrm>
                <a:off x="204840" y="1849320"/>
                <a:ext cx="113760" cy="107280"/>
              </a:xfrm>
              <a:custGeom>
                <a:avLst/>
                <a:gdLst>
                  <a:gd name="textAreaLeft" fmla="*/ 0 w 113760"/>
                  <a:gd name="textAreaRight" fmla="*/ 114480 w 113760"/>
                  <a:gd name="textAreaTop" fmla="*/ 0 h 107280"/>
                  <a:gd name="textAreaBottom" fmla="*/ 108000 h 10728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56880" tIns="45000" rIns="568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5" name="Rectangle 21"/>
              <p:cNvSpPr/>
              <p:nvPr/>
            </p:nvSpPr>
            <p:spPr>
              <a:xfrm>
                <a:off x="133200" y="466236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6" name="Freeform 22"/>
              <p:cNvSpPr/>
              <p:nvPr/>
            </p:nvSpPr>
            <p:spPr>
              <a:xfrm>
                <a:off x="223920" y="5041800"/>
                <a:ext cx="369000" cy="180108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01080"/>
                  <a:gd name="textAreaBottom" fmla="*/ 1801800 h 180108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7" name="Freeform 23"/>
              <p:cNvSpPr/>
              <p:nvPr/>
            </p:nvSpPr>
            <p:spPr>
              <a:xfrm>
                <a:off x="52560" y="4481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8" name="Freeform 24"/>
              <p:cNvSpPr/>
              <p:nvPr/>
            </p:nvSpPr>
            <p:spPr>
              <a:xfrm>
                <a:off x="-14400" y="5627520"/>
                <a:ext cx="84960" cy="1215360"/>
              </a:xfrm>
              <a:custGeom>
                <a:avLst/>
                <a:gdLst>
                  <a:gd name="textAreaLeft" fmla="*/ 0 w 84960"/>
                  <a:gd name="textAreaRight" fmla="*/ 85680 w 84960"/>
                  <a:gd name="textAreaTop" fmla="*/ 0 h 1215360"/>
                  <a:gd name="textAreaBottom" fmla="*/ 1216080 h 121536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42480" tIns="45000" rIns="42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9" name="Freeform 25"/>
              <p:cNvSpPr/>
              <p:nvPr/>
            </p:nvSpPr>
            <p:spPr>
              <a:xfrm>
                <a:off x="527040" y="4867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0" name="Freeform 26"/>
              <p:cNvSpPr/>
              <p:nvPr/>
            </p:nvSpPr>
            <p:spPr>
              <a:xfrm>
                <a:off x="309600" y="5423040"/>
                <a:ext cx="374040" cy="1424880"/>
              </a:xfrm>
              <a:custGeom>
                <a:avLst/>
                <a:gdLst>
                  <a:gd name="textAreaLeft" fmla="*/ 0 w 374040"/>
                  <a:gd name="textAreaRight" fmla="*/ 374760 w 374040"/>
                  <a:gd name="textAreaTop" fmla="*/ 0 h 1424880"/>
                  <a:gd name="textAreaBottom" fmla="*/ 1425600 h 142488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1" name="Freeform 27"/>
              <p:cNvSpPr/>
              <p:nvPr/>
            </p:nvSpPr>
            <p:spPr>
              <a:xfrm>
                <a:off x="569880" y="594504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5960" tIns="45000" rIns="759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2" name="Freeform 28"/>
              <p:cNvSpPr/>
              <p:nvPr/>
            </p:nvSpPr>
            <p:spPr>
              <a:xfrm>
                <a:off x="612720" y="5246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3" name="Freeform 29"/>
              <p:cNvSpPr/>
              <p:nvPr/>
            </p:nvSpPr>
            <p:spPr>
              <a:xfrm>
                <a:off x="612720" y="57643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4" name="Freeform 30"/>
              <p:cNvSpPr/>
              <p:nvPr/>
            </p:nvSpPr>
            <p:spPr>
              <a:xfrm>
                <a:off x="669960" y="6330960"/>
                <a:ext cx="416880" cy="51696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6960"/>
                  <a:gd name="textAreaBottom" fmla="*/ 517680 h 51696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5" name="Freeform 31"/>
              <p:cNvSpPr/>
              <p:nvPr/>
            </p:nvSpPr>
            <p:spPr>
              <a:xfrm>
                <a:off x="1049400" y="6221520"/>
                <a:ext cx="156600" cy="14688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46880"/>
                  <a:gd name="textAreaBottom" fmla="*/ 147600 h 14688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506" name="Group 9"/>
            <p:cNvGrpSpPr/>
            <p:nvPr/>
          </p:nvGrpSpPr>
          <p:grpSpPr>
            <a:xfrm>
              <a:off x="11364840" y="0"/>
              <a:ext cx="673920" cy="6847920"/>
              <a:chOff x="11364840" y="0"/>
              <a:chExt cx="673920" cy="6847920"/>
            </a:xfrm>
          </p:grpSpPr>
          <p:sp>
            <p:nvSpPr>
              <p:cNvPr id="507" name="Freeform 32"/>
              <p:cNvSpPr/>
              <p:nvPr/>
            </p:nvSpPr>
            <p:spPr>
              <a:xfrm>
                <a:off x="11484000" y="0"/>
                <a:ext cx="416880" cy="51192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1920"/>
                  <a:gd name="textAreaBottom" fmla="*/ 512640 h 51192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8" name="Freeform 33"/>
              <p:cNvSpPr/>
              <p:nvPr/>
            </p:nvSpPr>
            <p:spPr>
              <a:xfrm>
                <a:off x="11364840" y="474840"/>
                <a:ext cx="156600" cy="15156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1560"/>
                  <a:gd name="textAreaBottom" fmla="*/ 152280 h 15156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9" name="Freeform 34"/>
              <p:cNvSpPr/>
              <p:nvPr/>
            </p:nvSpPr>
            <p:spPr>
              <a:xfrm>
                <a:off x="11631600" y="1539720"/>
                <a:ext cx="188280" cy="18972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0" name="Freeform 35"/>
              <p:cNvSpPr/>
              <p:nvPr/>
            </p:nvSpPr>
            <p:spPr>
              <a:xfrm>
                <a:off x="11531520" y="5694480"/>
                <a:ext cx="297720" cy="1153440"/>
              </a:xfrm>
              <a:custGeom>
                <a:avLst/>
                <a:gdLst>
                  <a:gd name="textAreaLeft" fmla="*/ 0 w 297720"/>
                  <a:gd name="textAreaRight" fmla="*/ 298440 w 297720"/>
                  <a:gd name="textAreaTop" fmla="*/ 0 h 1153440"/>
                  <a:gd name="textAreaBottom" fmla="*/ 1154160 h 115344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1" name="Freeform 36"/>
              <p:cNvSpPr/>
              <p:nvPr/>
            </p:nvSpPr>
            <p:spPr>
              <a:xfrm>
                <a:off x="11773080" y="5551560"/>
                <a:ext cx="156600" cy="15480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4800"/>
                  <a:gd name="textAreaBottom" fmla="*/ 155520 h 15480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2" name="Freeform 37"/>
              <p:cNvSpPr/>
              <p:nvPr/>
            </p:nvSpPr>
            <p:spPr>
              <a:xfrm>
                <a:off x="11711160" y="4680"/>
                <a:ext cx="304200" cy="1544040"/>
              </a:xfrm>
              <a:custGeom>
                <a:avLst/>
                <a:gdLst>
                  <a:gd name="textAreaLeft" fmla="*/ 0 w 304200"/>
                  <a:gd name="textAreaRight" fmla="*/ 304920 w 304200"/>
                  <a:gd name="textAreaTop" fmla="*/ 0 h 1544040"/>
                  <a:gd name="textAreaBottom" fmla="*/ 1544760 h 154404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3" name="Freeform 38"/>
              <p:cNvSpPr/>
              <p:nvPr/>
            </p:nvSpPr>
            <p:spPr>
              <a:xfrm>
                <a:off x="11636280" y="4867200"/>
                <a:ext cx="188280" cy="18828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4" name="Freeform 39"/>
              <p:cNvSpPr/>
              <p:nvPr/>
            </p:nvSpPr>
            <p:spPr>
              <a:xfrm>
                <a:off x="11441160" y="5046840"/>
                <a:ext cx="307080" cy="1801080"/>
              </a:xfrm>
              <a:custGeom>
                <a:avLst/>
                <a:gdLst>
                  <a:gd name="textAreaLeft" fmla="*/ 0 w 307080"/>
                  <a:gd name="textAreaRight" fmla="*/ 307800 w 307080"/>
                  <a:gd name="textAreaTop" fmla="*/ 0 h 1801080"/>
                  <a:gd name="textAreaBottom" fmla="*/ 1801800 h 180108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5" name="Freeform 40"/>
              <p:cNvSpPr/>
              <p:nvPr/>
            </p:nvSpPr>
            <p:spPr>
              <a:xfrm>
                <a:off x="11849040" y="641664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6" name="Rectangle 41"/>
              <p:cNvSpPr/>
              <p:nvPr/>
            </p:nvSpPr>
            <p:spPr>
              <a:xfrm>
                <a:off x="11939760" y="6595920"/>
                <a:ext cx="23040" cy="251640"/>
              </a:xfrm>
              <a:prstGeom prst="rect">
                <a:avLst/>
              </a:pr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517" name="PlaceHolder 1"/>
          <p:cNvSpPr>
            <a:spLocks noGrp="1"/>
          </p:cNvSpPr>
          <p:nvPr>
            <p:ph type="title"/>
          </p:nvPr>
        </p:nvSpPr>
        <p:spPr>
          <a:xfrm>
            <a:off x="1141560" y="4304520"/>
            <a:ext cx="9911520" cy="81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2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title style</a:t>
            </a:r>
          </a:p>
        </p:txBody>
      </p:sp>
      <p:sp>
        <p:nvSpPr>
          <p:cNvPr id="518" name="PlaceHolder 2"/>
          <p:cNvSpPr>
            <a:spLocks noGrp="1"/>
          </p:cNvSpPr>
          <p:nvPr>
            <p:ph type="body"/>
          </p:nvPr>
        </p:nvSpPr>
        <p:spPr>
          <a:xfrm>
            <a:off x="1141560" y="606600"/>
            <a:ext cx="9911520" cy="3299040"/>
          </a:xfrm>
          <a:prstGeom prst="rect">
            <a:avLst/>
          </a:prstGeom>
          <a:noFill/>
          <a:ln w="19080" cap="sq">
            <a:solidFill>
              <a:schemeClr val="dk2">
                <a:lumMod val="60000"/>
                <a:lumOff val="40000"/>
                <a:alpha val="60000"/>
              </a:schemeClr>
            </a:solidFill>
            <a:miter/>
          </a:ln>
          <a:effectLst>
            <a:outerShdw blurRad="88920" dist="38160" dir="5400000" rotWithShape="0">
              <a:srgbClr val="000000">
                <a:alpha val="40000"/>
              </a:srgbClr>
            </a:outerShdw>
          </a:effectLst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icon to add picture</a:t>
            </a:r>
          </a:p>
        </p:txBody>
      </p:sp>
      <p:sp>
        <p:nvSpPr>
          <p:cNvPr id="519" name="PlaceHolder 3"/>
          <p:cNvSpPr>
            <a:spLocks noGrp="1"/>
          </p:cNvSpPr>
          <p:nvPr>
            <p:ph type="body"/>
          </p:nvPr>
        </p:nvSpPr>
        <p:spPr>
          <a:xfrm>
            <a:off x="1141200" y="5123880"/>
            <a:ext cx="9910080" cy="681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</a:p>
        </p:txBody>
      </p:sp>
      <p:sp>
        <p:nvSpPr>
          <p:cNvPr id="520" name="PlaceHolder 4"/>
          <p:cNvSpPr>
            <a:spLocks noGrp="1"/>
          </p:cNvSpPr>
          <p:nvPr>
            <p:ph type="dt" idx="28"/>
          </p:nvPr>
        </p:nvSpPr>
        <p:spPr>
          <a:xfrm>
            <a:off x="7457040" y="58831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&lt;date/time&gt;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1" name="PlaceHolder 5"/>
          <p:cNvSpPr>
            <a:spLocks noGrp="1"/>
          </p:cNvSpPr>
          <p:nvPr>
            <p:ph type="ftr" idx="29"/>
          </p:nvPr>
        </p:nvSpPr>
        <p:spPr>
          <a:xfrm>
            <a:off x="1141560" y="588312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22" name="PlaceHolder 6"/>
          <p:cNvSpPr>
            <a:spLocks noGrp="1"/>
          </p:cNvSpPr>
          <p:nvPr>
            <p:ph type="sldNum" idx="30"/>
          </p:nvPr>
        </p:nvSpPr>
        <p:spPr>
          <a:xfrm>
            <a:off x="10276200" y="5883120"/>
            <a:ext cx="7704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F0D229C-B9FF-48B0-9A4E-B0DF4559F04C}" type="slidenum"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‹#›</a:t>
            </a:fld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and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3" name="Picture 2" descr="\\DROBO-FS\QuickDrops\JB\PPTX NG\Droplets\LightingOverlay.png"/>
          <p:cNvPicPr/>
          <p:nvPr/>
        </p:nvPicPr>
        <p:blipFill>
          <a:blip r:embed="rId2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524" name="Group 7"/>
          <p:cNvGrpSpPr/>
          <p:nvPr/>
        </p:nvGrpSpPr>
        <p:grpSpPr>
          <a:xfrm>
            <a:off x="-14400" y="0"/>
            <a:ext cx="12053160" cy="6857280"/>
            <a:chOff x="-14400" y="0"/>
            <a:chExt cx="12053160" cy="6857280"/>
          </a:xfrm>
        </p:grpSpPr>
        <p:grpSp>
          <p:nvGrpSpPr>
            <p:cNvPr id="525" name="Group 8"/>
            <p:cNvGrpSpPr/>
            <p:nvPr/>
          </p:nvGrpSpPr>
          <p:grpSpPr>
            <a:xfrm>
              <a:off x="-14400" y="0"/>
              <a:ext cx="1220400" cy="6857280"/>
              <a:chOff x="-14400" y="0"/>
              <a:chExt cx="1220400" cy="6857280"/>
            </a:xfrm>
          </p:grpSpPr>
          <p:sp>
            <p:nvSpPr>
              <p:cNvPr id="526" name="Rectangle 5"/>
              <p:cNvSpPr/>
              <p:nvPr/>
            </p:nvSpPr>
            <p:spPr>
              <a:xfrm>
                <a:off x="114480" y="468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27" name="Freeform 6"/>
              <p:cNvSpPr/>
              <p:nvPr/>
            </p:nvSpPr>
            <p:spPr>
              <a:xfrm>
                <a:off x="33480" y="217656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28" name="Freeform 7"/>
              <p:cNvSpPr/>
              <p:nvPr/>
            </p:nvSpPr>
            <p:spPr>
              <a:xfrm>
                <a:off x="28440" y="4021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29" name="Freeform 8"/>
              <p:cNvSpPr/>
              <p:nvPr/>
            </p:nvSpPr>
            <p:spPr>
              <a:xfrm>
                <a:off x="200160" y="4680"/>
                <a:ext cx="369000" cy="181044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10440"/>
                  <a:gd name="textAreaBottom" fmla="*/ 1811160 h 181044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0" name="Freeform 9"/>
              <p:cNvSpPr/>
              <p:nvPr/>
            </p:nvSpPr>
            <p:spPr>
              <a:xfrm>
                <a:off x="503280" y="18018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1" name="Freeform 10"/>
              <p:cNvSpPr/>
              <p:nvPr/>
            </p:nvSpPr>
            <p:spPr>
              <a:xfrm>
                <a:off x="285840" y="4680"/>
                <a:ext cx="369000" cy="142956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429560"/>
                  <a:gd name="textAreaBottom" fmla="*/ 1430280 h 142956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2" name="Freeform 11"/>
              <p:cNvSpPr/>
              <p:nvPr/>
            </p:nvSpPr>
            <p:spPr>
              <a:xfrm>
                <a:off x="546120" y="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5960" tIns="45000" rIns="759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3" name="Freeform 12"/>
              <p:cNvSpPr/>
              <p:nvPr/>
            </p:nvSpPr>
            <p:spPr>
              <a:xfrm>
                <a:off x="588960" y="14209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4" name="Freeform 13"/>
              <p:cNvSpPr/>
              <p:nvPr/>
            </p:nvSpPr>
            <p:spPr>
              <a:xfrm>
                <a:off x="588960" y="9032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5" name="Freeform 14"/>
              <p:cNvSpPr/>
              <p:nvPr/>
            </p:nvSpPr>
            <p:spPr>
              <a:xfrm>
                <a:off x="641520" y="0"/>
                <a:ext cx="421560" cy="526320"/>
              </a:xfrm>
              <a:custGeom>
                <a:avLst/>
                <a:gdLst>
                  <a:gd name="textAreaLeft" fmla="*/ 0 w 421560"/>
                  <a:gd name="textAreaRight" fmla="*/ 422280 w 421560"/>
                  <a:gd name="textAreaTop" fmla="*/ 0 h 526320"/>
                  <a:gd name="textAreaBottom" fmla="*/ 527040 h 52632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6" name="Freeform 15"/>
              <p:cNvSpPr/>
              <p:nvPr/>
            </p:nvSpPr>
            <p:spPr>
              <a:xfrm>
                <a:off x="1020600" y="488880"/>
                <a:ext cx="161280" cy="146880"/>
              </a:xfrm>
              <a:custGeom>
                <a:avLst/>
                <a:gdLst>
                  <a:gd name="textAreaLeft" fmla="*/ 0 w 161280"/>
                  <a:gd name="textAreaRight" fmla="*/ 162000 w 161280"/>
                  <a:gd name="textAreaTop" fmla="*/ 0 h 146880"/>
                  <a:gd name="textAreaBottom" fmla="*/ 147600 h 14688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80640" tIns="45000" rIns="8064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7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-44640" rIns="0" bIns="-44640" anchor="t" anchorCtr="1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8" name="Freeform 17"/>
              <p:cNvSpPr/>
              <p:nvPr/>
            </p:nvSpPr>
            <p:spPr>
              <a:xfrm>
                <a:off x="9360" y="1801800"/>
                <a:ext cx="123120" cy="126360"/>
              </a:xfrm>
              <a:custGeom>
                <a:avLst/>
                <a:gdLst>
                  <a:gd name="textAreaLeft" fmla="*/ 0 w 123120"/>
                  <a:gd name="textAreaRight" fmla="*/ 123840 w 123120"/>
                  <a:gd name="textAreaTop" fmla="*/ 0 h 126360"/>
                  <a:gd name="textAreaBottom" fmla="*/ 127080 h 12636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61560" tIns="45000" rIns="615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9" name="Freeform 18"/>
              <p:cNvSpPr/>
              <p:nvPr/>
            </p:nvSpPr>
            <p:spPr>
              <a:xfrm>
                <a:off x="-9360" y="3549600"/>
                <a:ext cx="146880" cy="480240"/>
              </a:xfrm>
              <a:custGeom>
                <a:avLst/>
                <a:gdLst>
                  <a:gd name="textAreaLeft" fmla="*/ 0 w 146880"/>
                  <a:gd name="textAreaRight" fmla="*/ 147600 w 146880"/>
                  <a:gd name="textAreaTop" fmla="*/ 0 h 480240"/>
                  <a:gd name="textAreaBottom" fmla="*/ 480960 h 48024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3440" tIns="45000" rIns="7344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0" name="Freeform 19"/>
              <p:cNvSpPr/>
              <p:nvPr/>
            </p:nvSpPr>
            <p:spPr>
              <a:xfrm>
                <a:off x="128520" y="1382760"/>
                <a:ext cx="142200" cy="475560"/>
              </a:xfrm>
              <a:custGeom>
                <a:avLst/>
                <a:gdLst>
                  <a:gd name="textAreaLeft" fmla="*/ 0 w 142200"/>
                  <a:gd name="textAreaRight" fmla="*/ 142920 w 142200"/>
                  <a:gd name="textAreaTop" fmla="*/ 0 h 475560"/>
                  <a:gd name="textAreaBottom" fmla="*/ 476280 h 47556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1280" tIns="45000" rIns="712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1" name="Freeform 20"/>
              <p:cNvSpPr/>
              <p:nvPr/>
            </p:nvSpPr>
            <p:spPr>
              <a:xfrm>
                <a:off x="204840" y="1849320"/>
                <a:ext cx="113760" cy="107280"/>
              </a:xfrm>
              <a:custGeom>
                <a:avLst/>
                <a:gdLst>
                  <a:gd name="textAreaLeft" fmla="*/ 0 w 113760"/>
                  <a:gd name="textAreaRight" fmla="*/ 114480 w 113760"/>
                  <a:gd name="textAreaTop" fmla="*/ 0 h 107280"/>
                  <a:gd name="textAreaBottom" fmla="*/ 108000 h 10728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56880" tIns="45000" rIns="568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2" name="Rectangle 21"/>
              <p:cNvSpPr/>
              <p:nvPr/>
            </p:nvSpPr>
            <p:spPr>
              <a:xfrm>
                <a:off x="133200" y="466236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3" name="Freeform 22"/>
              <p:cNvSpPr/>
              <p:nvPr/>
            </p:nvSpPr>
            <p:spPr>
              <a:xfrm>
                <a:off x="223920" y="5041800"/>
                <a:ext cx="369000" cy="180108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01080"/>
                  <a:gd name="textAreaBottom" fmla="*/ 1801800 h 180108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4" name="Freeform 23"/>
              <p:cNvSpPr/>
              <p:nvPr/>
            </p:nvSpPr>
            <p:spPr>
              <a:xfrm>
                <a:off x="52560" y="4481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5" name="Freeform 24"/>
              <p:cNvSpPr/>
              <p:nvPr/>
            </p:nvSpPr>
            <p:spPr>
              <a:xfrm>
                <a:off x="-14400" y="5627520"/>
                <a:ext cx="84960" cy="1215360"/>
              </a:xfrm>
              <a:custGeom>
                <a:avLst/>
                <a:gdLst>
                  <a:gd name="textAreaLeft" fmla="*/ 0 w 84960"/>
                  <a:gd name="textAreaRight" fmla="*/ 85680 w 84960"/>
                  <a:gd name="textAreaTop" fmla="*/ 0 h 1215360"/>
                  <a:gd name="textAreaBottom" fmla="*/ 1216080 h 121536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42480" tIns="45000" rIns="42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6" name="Freeform 25"/>
              <p:cNvSpPr/>
              <p:nvPr/>
            </p:nvSpPr>
            <p:spPr>
              <a:xfrm>
                <a:off x="527040" y="4867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7" name="Freeform 26"/>
              <p:cNvSpPr/>
              <p:nvPr/>
            </p:nvSpPr>
            <p:spPr>
              <a:xfrm>
                <a:off x="309600" y="5423040"/>
                <a:ext cx="374040" cy="1424880"/>
              </a:xfrm>
              <a:custGeom>
                <a:avLst/>
                <a:gdLst>
                  <a:gd name="textAreaLeft" fmla="*/ 0 w 374040"/>
                  <a:gd name="textAreaRight" fmla="*/ 374760 w 374040"/>
                  <a:gd name="textAreaTop" fmla="*/ 0 h 1424880"/>
                  <a:gd name="textAreaBottom" fmla="*/ 1425600 h 142488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8" name="Freeform 27"/>
              <p:cNvSpPr/>
              <p:nvPr/>
            </p:nvSpPr>
            <p:spPr>
              <a:xfrm>
                <a:off x="569880" y="594504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5960" tIns="45000" rIns="759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9" name="Freeform 28"/>
              <p:cNvSpPr/>
              <p:nvPr/>
            </p:nvSpPr>
            <p:spPr>
              <a:xfrm>
                <a:off x="612720" y="5246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0" name="Freeform 29"/>
              <p:cNvSpPr/>
              <p:nvPr/>
            </p:nvSpPr>
            <p:spPr>
              <a:xfrm>
                <a:off x="612720" y="57643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1" name="Freeform 30"/>
              <p:cNvSpPr/>
              <p:nvPr/>
            </p:nvSpPr>
            <p:spPr>
              <a:xfrm>
                <a:off x="669960" y="6330960"/>
                <a:ext cx="416880" cy="51696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6960"/>
                  <a:gd name="textAreaBottom" fmla="*/ 517680 h 51696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2" name="Freeform 31"/>
              <p:cNvSpPr/>
              <p:nvPr/>
            </p:nvSpPr>
            <p:spPr>
              <a:xfrm>
                <a:off x="1049400" y="6221520"/>
                <a:ext cx="156600" cy="14688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46880"/>
                  <a:gd name="textAreaBottom" fmla="*/ 147600 h 14688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553" name="Group 9"/>
            <p:cNvGrpSpPr/>
            <p:nvPr/>
          </p:nvGrpSpPr>
          <p:grpSpPr>
            <a:xfrm>
              <a:off x="11364840" y="0"/>
              <a:ext cx="673920" cy="6847920"/>
              <a:chOff x="11364840" y="0"/>
              <a:chExt cx="673920" cy="6847920"/>
            </a:xfrm>
          </p:grpSpPr>
          <p:sp>
            <p:nvSpPr>
              <p:cNvPr id="554" name="Freeform 32"/>
              <p:cNvSpPr/>
              <p:nvPr/>
            </p:nvSpPr>
            <p:spPr>
              <a:xfrm>
                <a:off x="11484000" y="0"/>
                <a:ext cx="416880" cy="51192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1920"/>
                  <a:gd name="textAreaBottom" fmla="*/ 512640 h 51192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5" name="Freeform 33"/>
              <p:cNvSpPr/>
              <p:nvPr/>
            </p:nvSpPr>
            <p:spPr>
              <a:xfrm>
                <a:off x="11364840" y="474840"/>
                <a:ext cx="156600" cy="15156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1560"/>
                  <a:gd name="textAreaBottom" fmla="*/ 152280 h 15156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6" name="Freeform 34"/>
              <p:cNvSpPr/>
              <p:nvPr/>
            </p:nvSpPr>
            <p:spPr>
              <a:xfrm>
                <a:off x="11631600" y="1539720"/>
                <a:ext cx="188280" cy="18972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7" name="Freeform 35"/>
              <p:cNvSpPr/>
              <p:nvPr/>
            </p:nvSpPr>
            <p:spPr>
              <a:xfrm>
                <a:off x="11531520" y="5694480"/>
                <a:ext cx="297720" cy="1153440"/>
              </a:xfrm>
              <a:custGeom>
                <a:avLst/>
                <a:gdLst>
                  <a:gd name="textAreaLeft" fmla="*/ 0 w 297720"/>
                  <a:gd name="textAreaRight" fmla="*/ 298440 w 297720"/>
                  <a:gd name="textAreaTop" fmla="*/ 0 h 1153440"/>
                  <a:gd name="textAreaBottom" fmla="*/ 1154160 h 115344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8" name="Freeform 36"/>
              <p:cNvSpPr/>
              <p:nvPr/>
            </p:nvSpPr>
            <p:spPr>
              <a:xfrm>
                <a:off x="11773080" y="5551560"/>
                <a:ext cx="156600" cy="15480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4800"/>
                  <a:gd name="textAreaBottom" fmla="*/ 155520 h 15480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9" name="Freeform 37"/>
              <p:cNvSpPr/>
              <p:nvPr/>
            </p:nvSpPr>
            <p:spPr>
              <a:xfrm>
                <a:off x="11711160" y="4680"/>
                <a:ext cx="304200" cy="1544040"/>
              </a:xfrm>
              <a:custGeom>
                <a:avLst/>
                <a:gdLst>
                  <a:gd name="textAreaLeft" fmla="*/ 0 w 304200"/>
                  <a:gd name="textAreaRight" fmla="*/ 304920 w 304200"/>
                  <a:gd name="textAreaTop" fmla="*/ 0 h 1544040"/>
                  <a:gd name="textAreaBottom" fmla="*/ 1544760 h 154404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0" name="Freeform 38"/>
              <p:cNvSpPr/>
              <p:nvPr/>
            </p:nvSpPr>
            <p:spPr>
              <a:xfrm>
                <a:off x="11636280" y="4867200"/>
                <a:ext cx="188280" cy="18828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1" name="Freeform 39"/>
              <p:cNvSpPr/>
              <p:nvPr/>
            </p:nvSpPr>
            <p:spPr>
              <a:xfrm>
                <a:off x="11441160" y="5046840"/>
                <a:ext cx="307080" cy="1801080"/>
              </a:xfrm>
              <a:custGeom>
                <a:avLst/>
                <a:gdLst>
                  <a:gd name="textAreaLeft" fmla="*/ 0 w 307080"/>
                  <a:gd name="textAreaRight" fmla="*/ 307800 w 307080"/>
                  <a:gd name="textAreaTop" fmla="*/ 0 h 1801080"/>
                  <a:gd name="textAreaBottom" fmla="*/ 1801800 h 180108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2" name="Freeform 40"/>
              <p:cNvSpPr/>
              <p:nvPr/>
            </p:nvSpPr>
            <p:spPr>
              <a:xfrm>
                <a:off x="11849040" y="641664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3" name="Rectangle 41"/>
              <p:cNvSpPr/>
              <p:nvPr/>
            </p:nvSpPr>
            <p:spPr>
              <a:xfrm>
                <a:off x="11939760" y="6595920"/>
                <a:ext cx="23040" cy="251640"/>
              </a:xfrm>
              <a:prstGeom prst="rect">
                <a:avLst/>
              </a:pr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564" name="PlaceHolder 1"/>
          <p:cNvSpPr>
            <a:spLocks noGrp="1"/>
          </p:cNvSpPr>
          <p:nvPr>
            <p:ph type="title"/>
          </p:nvPr>
        </p:nvSpPr>
        <p:spPr>
          <a:xfrm>
            <a:off x="1141560" y="609480"/>
            <a:ext cx="9905400" cy="342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title style</a:t>
            </a:r>
          </a:p>
        </p:txBody>
      </p:sp>
      <p:sp>
        <p:nvSpPr>
          <p:cNvPr id="565" name="PlaceHolder 2"/>
          <p:cNvSpPr>
            <a:spLocks noGrp="1"/>
          </p:cNvSpPr>
          <p:nvPr>
            <p:ph type="body"/>
          </p:nvPr>
        </p:nvSpPr>
        <p:spPr>
          <a:xfrm>
            <a:off x="1141560" y="4419720"/>
            <a:ext cx="9903600" cy="137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</a:p>
        </p:txBody>
      </p:sp>
      <p:sp>
        <p:nvSpPr>
          <p:cNvPr id="566" name="PlaceHolder 3"/>
          <p:cNvSpPr>
            <a:spLocks noGrp="1"/>
          </p:cNvSpPr>
          <p:nvPr>
            <p:ph type="dt" idx="31"/>
          </p:nvPr>
        </p:nvSpPr>
        <p:spPr>
          <a:xfrm>
            <a:off x="7457040" y="58831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&lt;date/time&gt;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7" name="PlaceHolder 4"/>
          <p:cNvSpPr>
            <a:spLocks noGrp="1"/>
          </p:cNvSpPr>
          <p:nvPr>
            <p:ph type="ftr" idx="32"/>
          </p:nvPr>
        </p:nvSpPr>
        <p:spPr>
          <a:xfrm>
            <a:off x="1141560" y="588312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68" name="PlaceHolder 5"/>
          <p:cNvSpPr>
            <a:spLocks noGrp="1"/>
          </p:cNvSpPr>
          <p:nvPr>
            <p:ph type="sldNum" idx="33"/>
          </p:nvPr>
        </p:nvSpPr>
        <p:spPr>
          <a:xfrm>
            <a:off x="10276200" y="5883120"/>
            <a:ext cx="7704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04FEE76D-57E8-45B4-93E5-F775D8001AC4}" type="slidenum"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‹#›</a:t>
            </a:fld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Quot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9" name="Picture 2" descr="\\DROBO-FS\QuickDrops\JB\PPTX NG\Droplets\LightingOverlay.png"/>
          <p:cNvPicPr/>
          <p:nvPr/>
        </p:nvPicPr>
        <p:blipFill>
          <a:blip r:embed="rId2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570" name="Group 7"/>
          <p:cNvGrpSpPr/>
          <p:nvPr/>
        </p:nvGrpSpPr>
        <p:grpSpPr>
          <a:xfrm>
            <a:off x="-14400" y="0"/>
            <a:ext cx="12053160" cy="6857280"/>
            <a:chOff x="-14400" y="0"/>
            <a:chExt cx="12053160" cy="6857280"/>
          </a:xfrm>
        </p:grpSpPr>
        <p:grpSp>
          <p:nvGrpSpPr>
            <p:cNvPr id="571" name="Group 8"/>
            <p:cNvGrpSpPr/>
            <p:nvPr/>
          </p:nvGrpSpPr>
          <p:grpSpPr>
            <a:xfrm>
              <a:off x="-14400" y="0"/>
              <a:ext cx="1220400" cy="6857280"/>
              <a:chOff x="-14400" y="0"/>
              <a:chExt cx="1220400" cy="6857280"/>
            </a:xfrm>
          </p:grpSpPr>
          <p:sp>
            <p:nvSpPr>
              <p:cNvPr id="572" name="Rectangle 5"/>
              <p:cNvSpPr/>
              <p:nvPr/>
            </p:nvSpPr>
            <p:spPr>
              <a:xfrm>
                <a:off x="114480" y="468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3" name="Freeform 6"/>
              <p:cNvSpPr/>
              <p:nvPr/>
            </p:nvSpPr>
            <p:spPr>
              <a:xfrm>
                <a:off x="33480" y="217656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4" name="Freeform 7"/>
              <p:cNvSpPr/>
              <p:nvPr/>
            </p:nvSpPr>
            <p:spPr>
              <a:xfrm>
                <a:off x="28440" y="4021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5" name="Freeform 8"/>
              <p:cNvSpPr/>
              <p:nvPr/>
            </p:nvSpPr>
            <p:spPr>
              <a:xfrm>
                <a:off x="200160" y="4680"/>
                <a:ext cx="369000" cy="181044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10440"/>
                  <a:gd name="textAreaBottom" fmla="*/ 1811160 h 181044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6" name="Freeform 9"/>
              <p:cNvSpPr/>
              <p:nvPr/>
            </p:nvSpPr>
            <p:spPr>
              <a:xfrm>
                <a:off x="503280" y="18018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7" name="Freeform 10"/>
              <p:cNvSpPr/>
              <p:nvPr/>
            </p:nvSpPr>
            <p:spPr>
              <a:xfrm>
                <a:off x="285840" y="4680"/>
                <a:ext cx="369000" cy="142956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429560"/>
                  <a:gd name="textAreaBottom" fmla="*/ 1430280 h 142956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8" name="Freeform 11"/>
              <p:cNvSpPr/>
              <p:nvPr/>
            </p:nvSpPr>
            <p:spPr>
              <a:xfrm>
                <a:off x="546120" y="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5960" tIns="45000" rIns="759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9" name="Freeform 12"/>
              <p:cNvSpPr/>
              <p:nvPr/>
            </p:nvSpPr>
            <p:spPr>
              <a:xfrm>
                <a:off x="588960" y="14209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0" name="Freeform 13"/>
              <p:cNvSpPr/>
              <p:nvPr/>
            </p:nvSpPr>
            <p:spPr>
              <a:xfrm>
                <a:off x="588960" y="9032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1" name="Freeform 14"/>
              <p:cNvSpPr/>
              <p:nvPr/>
            </p:nvSpPr>
            <p:spPr>
              <a:xfrm>
                <a:off x="641520" y="0"/>
                <a:ext cx="421560" cy="526320"/>
              </a:xfrm>
              <a:custGeom>
                <a:avLst/>
                <a:gdLst>
                  <a:gd name="textAreaLeft" fmla="*/ 0 w 421560"/>
                  <a:gd name="textAreaRight" fmla="*/ 422280 w 421560"/>
                  <a:gd name="textAreaTop" fmla="*/ 0 h 526320"/>
                  <a:gd name="textAreaBottom" fmla="*/ 527040 h 52632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2" name="Freeform 15"/>
              <p:cNvSpPr/>
              <p:nvPr/>
            </p:nvSpPr>
            <p:spPr>
              <a:xfrm>
                <a:off x="1020600" y="488880"/>
                <a:ext cx="161280" cy="146880"/>
              </a:xfrm>
              <a:custGeom>
                <a:avLst/>
                <a:gdLst>
                  <a:gd name="textAreaLeft" fmla="*/ 0 w 161280"/>
                  <a:gd name="textAreaRight" fmla="*/ 162000 w 161280"/>
                  <a:gd name="textAreaTop" fmla="*/ 0 h 146880"/>
                  <a:gd name="textAreaBottom" fmla="*/ 147600 h 14688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80640" tIns="45000" rIns="8064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3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-44640" rIns="0" bIns="-44640" anchor="t" anchorCtr="1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4" name="Freeform 17"/>
              <p:cNvSpPr/>
              <p:nvPr/>
            </p:nvSpPr>
            <p:spPr>
              <a:xfrm>
                <a:off x="9360" y="1801800"/>
                <a:ext cx="123120" cy="126360"/>
              </a:xfrm>
              <a:custGeom>
                <a:avLst/>
                <a:gdLst>
                  <a:gd name="textAreaLeft" fmla="*/ 0 w 123120"/>
                  <a:gd name="textAreaRight" fmla="*/ 123840 w 123120"/>
                  <a:gd name="textAreaTop" fmla="*/ 0 h 126360"/>
                  <a:gd name="textAreaBottom" fmla="*/ 127080 h 12636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61560" tIns="45000" rIns="615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5" name="Freeform 18"/>
              <p:cNvSpPr/>
              <p:nvPr/>
            </p:nvSpPr>
            <p:spPr>
              <a:xfrm>
                <a:off x="-9360" y="3549600"/>
                <a:ext cx="146880" cy="480240"/>
              </a:xfrm>
              <a:custGeom>
                <a:avLst/>
                <a:gdLst>
                  <a:gd name="textAreaLeft" fmla="*/ 0 w 146880"/>
                  <a:gd name="textAreaRight" fmla="*/ 147600 w 146880"/>
                  <a:gd name="textAreaTop" fmla="*/ 0 h 480240"/>
                  <a:gd name="textAreaBottom" fmla="*/ 480960 h 48024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3440" tIns="45000" rIns="7344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6" name="Freeform 19"/>
              <p:cNvSpPr/>
              <p:nvPr/>
            </p:nvSpPr>
            <p:spPr>
              <a:xfrm>
                <a:off x="128520" y="1382760"/>
                <a:ext cx="142200" cy="475560"/>
              </a:xfrm>
              <a:custGeom>
                <a:avLst/>
                <a:gdLst>
                  <a:gd name="textAreaLeft" fmla="*/ 0 w 142200"/>
                  <a:gd name="textAreaRight" fmla="*/ 142920 w 142200"/>
                  <a:gd name="textAreaTop" fmla="*/ 0 h 475560"/>
                  <a:gd name="textAreaBottom" fmla="*/ 476280 h 47556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1280" tIns="45000" rIns="712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7" name="Freeform 20"/>
              <p:cNvSpPr/>
              <p:nvPr/>
            </p:nvSpPr>
            <p:spPr>
              <a:xfrm>
                <a:off x="204840" y="1849320"/>
                <a:ext cx="113760" cy="107280"/>
              </a:xfrm>
              <a:custGeom>
                <a:avLst/>
                <a:gdLst>
                  <a:gd name="textAreaLeft" fmla="*/ 0 w 113760"/>
                  <a:gd name="textAreaRight" fmla="*/ 114480 w 113760"/>
                  <a:gd name="textAreaTop" fmla="*/ 0 h 107280"/>
                  <a:gd name="textAreaBottom" fmla="*/ 108000 h 10728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56880" tIns="45000" rIns="568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8" name="Rectangle 21"/>
              <p:cNvSpPr/>
              <p:nvPr/>
            </p:nvSpPr>
            <p:spPr>
              <a:xfrm>
                <a:off x="133200" y="466236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9" name="Freeform 22"/>
              <p:cNvSpPr/>
              <p:nvPr/>
            </p:nvSpPr>
            <p:spPr>
              <a:xfrm>
                <a:off x="223920" y="5041800"/>
                <a:ext cx="369000" cy="180108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01080"/>
                  <a:gd name="textAreaBottom" fmla="*/ 1801800 h 180108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0" name="Freeform 23"/>
              <p:cNvSpPr/>
              <p:nvPr/>
            </p:nvSpPr>
            <p:spPr>
              <a:xfrm>
                <a:off x="52560" y="4481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1" name="Freeform 24"/>
              <p:cNvSpPr/>
              <p:nvPr/>
            </p:nvSpPr>
            <p:spPr>
              <a:xfrm>
                <a:off x="-14400" y="5627520"/>
                <a:ext cx="84960" cy="1215360"/>
              </a:xfrm>
              <a:custGeom>
                <a:avLst/>
                <a:gdLst>
                  <a:gd name="textAreaLeft" fmla="*/ 0 w 84960"/>
                  <a:gd name="textAreaRight" fmla="*/ 85680 w 84960"/>
                  <a:gd name="textAreaTop" fmla="*/ 0 h 1215360"/>
                  <a:gd name="textAreaBottom" fmla="*/ 1216080 h 121536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42480" tIns="45000" rIns="42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2" name="Freeform 25"/>
              <p:cNvSpPr/>
              <p:nvPr/>
            </p:nvSpPr>
            <p:spPr>
              <a:xfrm>
                <a:off x="527040" y="4867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3" name="Freeform 26"/>
              <p:cNvSpPr/>
              <p:nvPr/>
            </p:nvSpPr>
            <p:spPr>
              <a:xfrm>
                <a:off x="309600" y="5423040"/>
                <a:ext cx="374040" cy="1424880"/>
              </a:xfrm>
              <a:custGeom>
                <a:avLst/>
                <a:gdLst>
                  <a:gd name="textAreaLeft" fmla="*/ 0 w 374040"/>
                  <a:gd name="textAreaRight" fmla="*/ 374760 w 374040"/>
                  <a:gd name="textAreaTop" fmla="*/ 0 h 1424880"/>
                  <a:gd name="textAreaBottom" fmla="*/ 1425600 h 142488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4" name="Freeform 27"/>
              <p:cNvSpPr/>
              <p:nvPr/>
            </p:nvSpPr>
            <p:spPr>
              <a:xfrm>
                <a:off x="569880" y="594504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5960" tIns="45000" rIns="759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5" name="Freeform 28"/>
              <p:cNvSpPr/>
              <p:nvPr/>
            </p:nvSpPr>
            <p:spPr>
              <a:xfrm>
                <a:off x="612720" y="5246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6" name="Freeform 29"/>
              <p:cNvSpPr/>
              <p:nvPr/>
            </p:nvSpPr>
            <p:spPr>
              <a:xfrm>
                <a:off x="612720" y="57643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7" name="Freeform 30"/>
              <p:cNvSpPr/>
              <p:nvPr/>
            </p:nvSpPr>
            <p:spPr>
              <a:xfrm>
                <a:off x="669960" y="6330960"/>
                <a:ext cx="416880" cy="51696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6960"/>
                  <a:gd name="textAreaBottom" fmla="*/ 517680 h 51696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8" name="Freeform 31"/>
              <p:cNvSpPr/>
              <p:nvPr/>
            </p:nvSpPr>
            <p:spPr>
              <a:xfrm>
                <a:off x="1049400" y="6221520"/>
                <a:ext cx="156600" cy="14688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46880"/>
                  <a:gd name="textAreaBottom" fmla="*/ 147600 h 14688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599" name="Group 9"/>
            <p:cNvGrpSpPr/>
            <p:nvPr/>
          </p:nvGrpSpPr>
          <p:grpSpPr>
            <a:xfrm>
              <a:off x="11364840" y="0"/>
              <a:ext cx="673920" cy="6847920"/>
              <a:chOff x="11364840" y="0"/>
              <a:chExt cx="673920" cy="6847920"/>
            </a:xfrm>
          </p:grpSpPr>
          <p:sp>
            <p:nvSpPr>
              <p:cNvPr id="600" name="Freeform 32"/>
              <p:cNvSpPr/>
              <p:nvPr/>
            </p:nvSpPr>
            <p:spPr>
              <a:xfrm>
                <a:off x="11484000" y="0"/>
                <a:ext cx="416880" cy="51192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1920"/>
                  <a:gd name="textAreaBottom" fmla="*/ 512640 h 51192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1" name="Freeform 33"/>
              <p:cNvSpPr/>
              <p:nvPr/>
            </p:nvSpPr>
            <p:spPr>
              <a:xfrm>
                <a:off x="11364840" y="474840"/>
                <a:ext cx="156600" cy="15156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1560"/>
                  <a:gd name="textAreaBottom" fmla="*/ 152280 h 15156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2" name="Freeform 34"/>
              <p:cNvSpPr/>
              <p:nvPr/>
            </p:nvSpPr>
            <p:spPr>
              <a:xfrm>
                <a:off x="11631600" y="1539720"/>
                <a:ext cx="188280" cy="18972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3" name="Freeform 35"/>
              <p:cNvSpPr/>
              <p:nvPr/>
            </p:nvSpPr>
            <p:spPr>
              <a:xfrm>
                <a:off x="11531520" y="5694480"/>
                <a:ext cx="297720" cy="1153440"/>
              </a:xfrm>
              <a:custGeom>
                <a:avLst/>
                <a:gdLst>
                  <a:gd name="textAreaLeft" fmla="*/ 0 w 297720"/>
                  <a:gd name="textAreaRight" fmla="*/ 298440 w 297720"/>
                  <a:gd name="textAreaTop" fmla="*/ 0 h 1153440"/>
                  <a:gd name="textAreaBottom" fmla="*/ 1154160 h 115344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4" name="Freeform 36"/>
              <p:cNvSpPr/>
              <p:nvPr/>
            </p:nvSpPr>
            <p:spPr>
              <a:xfrm>
                <a:off x="11773080" y="5551560"/>
                <a:ext cx="156600" cy="15480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4800"/>
                  <a:gd name="textAreaBottom" fmla="*/ 155520 h 15480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5" name="Freeform 37"/>
              <p:cNvSpPr/>
              <p:nvPr/>
            </p:nvSpPr>
            <p:spPr>
              <a:xfrm>
                <a:off x="11711160" y="4680"/>
                <a:ext cx="304200" cy="1544040"/>
              </a:xfrm>
              <a:custGeom>
                <a:avLst/>
                <a:gdLst>
                  <a:gd name="textAreaLeft" fmla="*/ 0 w 304200"/>
                  <a:gd name="textAreaRight" fmla="*/ 304920 w 304200"/>
                  <a:gd name="textAreaTop" fmla="*/ 0 h 1544040"/>
                  <a:gd name="textAreaBottom" fmla="*/ 1544760 h 154404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6" name="Freeform 38"/>
              <p:cNvSpPr/>
              <p:nvPr/>
            </p:nvSpPr>
            <p:spPr>
              <a:xfrm>
                <a:off x="11636280" y="4867200"/>
                <a:ext cx="188280" cy="18828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7" name="Freeform 39"/>
              <p:cNvSpPr/>
              <p:nvPr/>
            </p:nvSpPr>
            <p:spPr>
              <a:xfrm>
                <a:off x="11441160" y="5046840"/>
                <a:ext cx="307080" cy="1801080"/>
              </a:xfrm>
              <a:custGeom>
                <a:avLst/>
                <a:gdLst>
                  <a:gd name="textAreaLeft" fmla="*/ 0 w 307080"/>
                  <a:gd name="textAreaRight" fmla="*/ 307800 w 307080"/>
                  <a:gd name="textAreaTop" fmla="*/ 0 h 1801080"/>
                  <a:gd name="textAreaBottom" fmla="*/ 1801800 h 180108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8" name="Freeform 40"/>
              <p:cNvSpPr/>
              <p:nvPr/>
            </p:nvSpPr>
            <p:spPr>
              <a:xfrm>
                <a:off x="11849040" y="641664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9" name="Rectangle 41"/>
              <p:cNvSpPr/>
              <p:nvPr/>
            </p:nvSpPr>
            <p:spPr>
              <a:xfrm>
                <a:off x="11939760" y="6595920"/>
                <a:ext cx="23040" cy="251640"/>
              </a:xfrm>
              <a:prstGeom prst="rect">
                <a:avLst/>
              </a:pr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610" name="PlaceHolder 1"/>
          <p:cNvSpPr>
            <a:spLocks noGrp="1"/>
          </p:cNvSpPr>
          <p:nvPr>
            <p:ph type="title"/>
          </p:nvPr>
        </p:nvSpPr>
        <p:spPr>
          <a:xfrm>
            <a:off x="1446120" y="609480"/>
            <a:ext cx="9302040" cy="2747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title style</a:t>
            </a:r>
          </a:p>
        </p:txBody>
      </p:sp>
      <p:sp>
        <p:nvSpPr>
          <p:cNvPr id="611" name="PlaceHolder 2"/>
          <p:cNvSpPr>
            <a:spLocks noGrp="1"/>
          </p:cNvSpPr>
          <p:nvPr>
            <p:ph type="body"/>
          </p:nvPr>
        </p:nvSpPr>
        <p:spPr>
          <a:xfrm>
            <a:off x="1720800" y="3365640"/>
            <a:ext cx="8751600" cy="54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</a:p>
        </p:txBody>
      </p:sp>
      <p:sp>
        <p:nvSpPr>
          <p:cNvPr id="612" name="PlaceHolder 3"/>
          <p:cNvSpPr>
            <a:spLocks noGrp="1"/>
          </p:cNvSpPr>
          <p:nvPr>
            <p:ph type="body"/>
          </p:nvPr>
        </p:nvSpPr>
        <p:spPr>
          <a:xfrm>
            <a:off x="1141560" y="4309920"/>
            <a:ext cx="9905400" cy="1488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</a:p>
        </p:txBody>
      </p:sp>
      <p:sp>
        <p:nvSpPr>
          <p:cNvPr id="613" name="PlaceHolder 4"/>
          <p:cNvSpPr>
            <a:spLocks noGrp="1"/>
          </p:cNvSpPr>
          <p:nvPr>
            <p:ph type="dt" idx="34"/>
          </p:nvPr>
        </p:nvSpPr>
        <p:spPr>
          <a:xfrm>
            <a:off x="7457040" y="58831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&lt;date/time&gt;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4" name="PlaceHolder 5"/>
          <p:cNvSpPr>
            <a:spLocks noGrp="1"/>
          </p:cNvSpPr>
          <p:nvPr>
            <p:ph type="ftr" idx="35"/>
          </p:nvPr>
        </p:nvSpPr>
        <p:spPr>
          <a:xfrm>
            <a:off x="1141560" y="588312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15" name="PlaceHolder 6"/>
          <p:cNvSpPr>
            <a:spLocks noGrp="1"/>
          </p:cNvSpPr>
          <p:nvPr>
            <p:ph type="sldNum" idx="36"/>
          </p:nvPr>
        </p:nvSpPr>
        <p:spPr>
          <a:xfrm>
            <a:off x="10276200" y="5883120"/>
            <a:ext cx="7704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111BFAF-8641-416C-91E4-6B57F5002063}" type="slidenum"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‹#›</a:t>
            </a:fld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6" name="TextBox 59"/>
          <p:cNvSpPr/>
          <p:nvPr/>
        </p:nvSpPr>
        <p:spPr>
          <a:xfrm>
            <a:off x="903600" y="732240"/>
            <a:ext cx="608760" cy="58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“</a:t>
            </a:r>
            <a:endParaRPr lang="en-U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Box 60"/>
          <p:cNvSpPr/>
          <p:nvPr/>
        </p:nvSpPr>
        <p:spPr>
          <a:xfrm>
            <a:off x="10537200" y="2764800"/>
            <a:ext cx="608760" cy="58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”</a:t>
            </a:r>
            <a:endParaRPr lang="en-U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Name C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8" name="Picture 2" descr="\\DROBO-FS\QuickDrops\JB\PPTX NG\Droplets\LightingOverlay.png"/>
          <p:cNvPicPr/>
          <p:nvPr/>
        </p:nvPicPr>
        <p:blipFill>
          <a:blip r:embed="rId2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619" name="Group 7"/>
          <p:cNvGrpSpPr/>
          <p:nvPr/>
        </p:nvGrpSpPr>
        <p:grpSpPr>
          <a:xfrm>
            <a:off x="-14400" y="0"/>
            <a:ext cx="12053160" cy="6857280"/>
            <a:chOff x="-14400" y="0"/>
            <a:chExt cx="12053160" cy="6857280"/>
          </a:xfrm>
        </p:grpSpPr>
        <p:grpSp>
          <p:nvGrpSpPr>
            <p:cNvPr id="620" name="Group 8"/>
            <p:cNvGrpSpPr/>
            <p:nvPr/>
          </p:nvGrpSpPr>
          <p:grpSpPr>
            <a:xfrm>
              <a:off x="-14400" y="0"/>
              <a:ext cx="1220400" cy="6857280"/>
              <a:chOff x="-14400" y="0"/>
              <a:chExt cx="1220400" cy="6857280"/>
            </a:xfrm>
          </p:grpSpPr>
          <p:sp>
            <p:nvSpPr>
              <p:cNvPr id="621" name="Rectangle 5"/>
              <p:cNvSpPr/>
              <p:nvPr/>
            </p:nvSpPr>
            <p:spPr>
              <a:xfrm>
                <a:off x="114480" y="468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2" name="Freeform 6"/>
              <p:cNvSpPr/>
              <p:nvPr/>
            </p:nvSpPr>
            <p:spPr>
              <a:xfrm>
                <a:off x="33480" y="217656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3" name="Freeform 7"/>
              <p:cNvSpPr/>
              <p:nvPr/>
            </p:nvSpPr>
            <p:spPr>
              <a:xfrm>
                <a:off x="28440" y="4021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4" name="Freeform 8"/>
              <p:cNvSpPr/>
              <p:nvPr/>
            </p:nvSpPr>
            <p:spPr>
              <a:xfrm>
                <a:off x="200160" y="4680"/>
                <a:ext cx="369000" cy="181044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10440"/>
                  <a:gd name="textAreaBottom" fmla="*/ 1811160 h 181044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5" name="Freeform 9"/>
              <p:cNvSpPr/>
              <p:nvPr/>
            </p:nvSpPr>
            <p:spPr>
              <a:xfrm>
                <a:off x="503280" y="18018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6" name="Freeform 10"/>
              <p:cNvSpPr/>
              <p:nvPr/>
            </p:nvSpPr>
            <p:spPr>
              <a:xfrm>
                <a:off x="285840" y="4680"/>
                <a:ext cx="369000" cy="142956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429560"/>
                  <a:gd name="textAreaBottom" fmla="*/ 1430280 h 142956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7" name="Freeform 11"/>
              <p:cNvSpPr/>
              <p:nvPr/>
            </p:nvSpPr>
            <p:spPr>
              <a:xfrm>
                <a:off x="546120" y="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5960" tIns="45000" rIns="759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8" name="Freeform 12"/>
              <p:cNvSpPr/>
              <p:nvPr/>
            </p:nvSpPr>
            <p:spPr>
              <a:xfrm>
                <a:off x="588960" y="14209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9" name="Freeform 13"/>
              <p:cNvSpPr/>
              <p:nvPr/>
            </p:nvSpPr>
            <p:spPr>
              <a:xfrm>
                <a:off x="588960" y="9032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0" name="Freeform 14"/>
              <p:cNvSpPr/>
              <p:nvPr/>
            </p:nvSpPr>
            <p:spPr>
              <a:xfrm>
                <a:off x="641520" y="0"/>
                <a:ext cx="421560" cy="526320"/>
              </a:xfrm>
              <a:custGeom>
                <a:avLst/>
                <a:gdLst>
                  <a:gd name="textAreaLeft" fmla="*/ 0 w 421560"/>
                  <a:gd name="textAreaRight" fmla="*/ 422280 w 421560"/>
                  <a:gd name="textAreaTop" fmla="*/ 0 h 526320"/>
                  <a:gd name="textAreaBottom" fmla="*/ 527040 h 52632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1" name="Freeform 15"/>
              <p:cNvSpPr/>
              <p:nvPr/>
            </p:nvSpPr>
            <p:spPr>
              <a:xfrm>
                <a:off x="1020600" y="488880"/>
                <a:ext cx="161280" cy="146880"/>
              </a:xfrm>
              <a:custGeom>
                <a:avLst/>
                <a:gdLst>
                  <a:gd name="textAreaLeft" fmla="*/ 0 w 161280"/>
                  <a:gd name="textAreaRight" fmla="*/ 162000 w 161280"/>
                  <a:gd name="textAreaTop" fmla="*/ 0 h 146880"/>
                  <a:gd name="textAreaBottom" fmla="*/ 147600 h 14688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80640" tIns="45000" rIns="8064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2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-44640" rIns="0" bIns="-44640" anchor="t" anchorCtr="1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3" name="Freeform 17"/>
              <p:cNvSpPr/>
              <p:nvPr/>
            </p:nvSpPr>
            <p:spPr>
              <a:xfrm>
                <a:off x="9360" y="1801800"/>
                <a:ext cx="123120" cy="126360"/>
              </a:xfrm>
              <a:custGeom>
                <a:avLst/>
                <a:gdLst>
                  <a:gd name="textAreaLeft" fmla="*/ 0 w 123120"/>
                  <a:gd name="textAreaRight" fmla="*/ 123840 w 123120"/>
                  <a:gd name="textAreaTop" fmla="*/ 0 h 126360"/>
                  <a:gd name="textAreaBottom" fmla="*/ 127080 h 12636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61560" tIns="45000" rIns="615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4" name="Freeform 18"/>
              <p:cNvSpPr/>
              <p:nvPr/>
            </p:nvSpPr>
            <p:spPr>
              <a:xfrm>
                <a:off x="-9360" y="3549600"/>
                <a:ext cx="146880" cy="480240"/>
              </a:xfrm>
              <a:custGeom>
                <a:avLst/>
                <a:gdLst>
                  <a:gd name="textAreaLeft" fmla="*/ 0 w 146880"/>
                  <a:gd name="textAreaRight" fmla="*/ 147600 w 146880"/>
                  <a:gd name="textAreaTop" fmla="*/ 0 h 480240"/>
                  <a:gd name="textAreaBottom" fmla="*/ 480960 h 48024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3440" tIns="45000" rIns="7344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5" name="Freeform 19"/>
              <p:cNvSpPr/>
              <p:nvPr/>
            </p:nvSpPr>
            <p:spPr>
              <a:xfrm>
                <a:off x="128520" y="1382760"/>
                <a:ext cx="142200" cy="475560"/>
              </a:xfrm>
              <a:custGeom>
                <a:avLst/>
                <a:gdLst>
                  <a:gd name="textAreaLeft" fmla="*/ 0 w 142200"/>
                  <a:gd name="textAreaRight" fmla="*/ 142920 w 142200"/>
                  <a:gd name="textAreaTop" fmla="*/ 0 h 475560"/>
                  <a:gd name="textAreaBottom" fmla="*/ 476280 h 47556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1280" tIns="45000" rIns="712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6" name="Freeform 20"/>
              <p:cNvSpPr/>
              <p:nvPr/>
            </p:nvSpPr>
            <p:spPr>
              <a:xfrm>
                <a:off x="204840" y="1849320"/>
                <a:ext cx="113760" cy="107280"/>
              </a:xfrm>
              <a:custGeom>
                <a:avLst/>
                <a:gdLst>
                  <a:gd name="textAreaLeft" fmla="*/ 0 w 113760"/>
                  <a:gd name="textAreaRight" fmla="*/ 114480 w 113760"/>
                  <a:gd name="textAreaTop" fmla="*/ 0 h 107280"/>
                  <a:gd name="textAreaBottom" fmla="*/ 108000 h 10728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56880" tIns="45000" rIns="568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7" name="Rectangle 21"/>
              <p:cNvSpPr/>
              <p:nvPr/>
            </p:nvSpPr>
            <p:spPr>
              <a:xfrm>
                <a:off x="133200" y="466236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8" name="Freeform 22"/>
              <p:cNvSpPr/>
              <p:nvPr/>
            </p:nvSpPr>
            <p:spPr>
              <a:xfrm>
                <a:off x="223920" y="5041800"/>
                <a:ext cx="369000" cy="180108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01080"/>
                  <a:gd name="textAreaBottom" fmla="*/ 1801800 h 180108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9" name="Freeform 23"/>
              <p:cNvSpPr/>
              <p:nvPr/>
            </p:nvSpPr>
            <p:spPr>
              <a:xfrm>
                <a:off x="52560" y="4481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0" name="Freeform 24"/>
              <p:cNvSpPr/>
              <p:nvPr/>
            </p:nvSpPr>
            <p:spPr>
              <a:xfrm>
                <a:off x="-14400" y="5627520"/>
                <a:ext cx="84960" cy="1215360"/>
              </a:xfrm>
              <a:custGeom>
                <a:avLst/>
                <a:gdLst>
                  <a:gd name="textAreaLeft" fmla="*/ 0 w 84960"/>
                  <a:gd name="textAreaRight" fmla="*/ 85680 w 84960"/>
                  <a:gd name="textAreaTop" fmla="*/ 0 h 1215360"/>
                  <a:gd name="textAreaBottom" fmla="*/ 1216080 h 121536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42480" tIns="45000" rIns="42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1" name="Freeform 25"/>
              <p:cNvSpPr/>
              <p:nvPr/>
            </p:nvSpPr>
            <p:spPr>
              <a:xfrm>
                <a:off x="527040" y="4867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2" name="Freeform 26"/>
              <p:cNvSpPr/>
              <p:nvPr/>
            </p:nvSpPr>
            <p:spPr>
              <a:xfrm>
                <a:off x="309600" y="5423040"/>
                <a:ext cx="374040" cy="1424880"/>
              </a:xfrm>
              <a:custGeom>
                <a:avLst/>
                <a:gdLst>
                  <a:gd name="textAreaLeft" fmla="*/ 0 w 374040"/>
                  <a:gd name="textAreaRight" fmla="*/ 374760 w 374040"/>
                  <a:gd name="textAreaTop" fmla="*/ 0 h 1424880"/>
                  <a:gd name="textAreaBottom" fmla="*/ 1425600 h 142488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3" name="Freeform 27"/>
              <p:cNvSpPr/>
              <p:nvPr/>
            </p:nvSpPr>
            <p:spPr>
              <a:xfrm>
                <a:off x="569880" y="594504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5960" tIns="45000" rIns="759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4" name="Freeform 28"/>
              <p:cNvSpPr/>
              <p:nvPr/>
            </p:nvSpPr>
            <p:spPr>
              <a:xfrm>
                <a:off x="612720" y="5246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5" name="Freeform 29"/>
              <p:cNvSpPr/>
              <p:nvPr/>
            </p:nvSpPr>
            <p:spPr>
              <a:xfrm>
                <a:off x="612720" y="57643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6" name="Freeform 30"/>
              <p:cNvSpPr/>
              <p:nvPr/>
            </p:nvSpPr>
            <p:spPr>
              <a:xfrm>
                <a:off x="669960" y="6330960"/>
                <a:ext cx="416880" cy="51696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6960"/>
                  <a:gd name="textAreaBottom" fmla="*/ 517680 h 51696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7" name="Freeform 31"/>
              <p:cNvSpPr/>
              <p:nvPr/>
            </p:nvSpPr>
            <p:spPr>
              <a:xfrm>
                <a:off x="1049400" y="6221520"/>
                <a:ext cx="156600" cy="14688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46880"/>
                  <a:gd name="textAreaBottom" fmla="*/ 147600 h 14688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648" name="Group 9"/>
            <p:cNvGrpSpPr/>
            <p:nvPr/>
          </p:nvGrpSpPr>
          <p:grpSpPr>
            <a:xfrm>
              <a:off x="11364840" y="0"/>
              <a:ext cx="673920" cy="6847920"/>
              <a:chOff x="11364840" y="0"/>
              <a:chExt cx="673920" cy="6847920"/>
            </a:xfrm>
          </p:grpSpPr>
          <p:sp>
            <p:nvSpPr>
              <p:cNvPr id="649" name="Freeform 32"/>
              <p:cNvSpPr/>
              <p:nvPr/>
            </p:nvSpPr>
            <p:spPr>
              <a:xfrm>
                <a:off x="11484000" y="0"/>
                <a:ext cx="416880" cy="51192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1920"/>
                  <a:gd name="textAreaBottom" fmla="*/ 512640 h 51192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0" name="Freeform 33"/>
              <p:cNvSpPr/>
              <p:nvPr/>
            </p:nvSpPr>
            <p:spPr>
              <a:xfrm>
                <a:off x="11364840" y="474840"/>
                <a:ext cx="156600" cy="15156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1560"/>
                  <a:gd name="textAreaBottom" fmla="*/ 152280 h 15156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1" name="Freeform 34"/>
              <p:cNvSpPr/>
              <p:nvPr/>
            </p:nvSpPr>
            <p:spPr>
              <a:xfrm>
                <a:off x="11631600" y="1539720"/>
                <a:ext cx="188280" cy="18972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2" name="Freeform 35"/>
              <p:cNvSpPr/>
              <p:nvPr/>
            </p:nvSpPr>
            <p:spPr>
              <a:xfrm>
                <a:off x="11531520" y="5694480"/>
                <a:ext cx="297720" cy="1153440"/>
              </a:xfrm>
              <a:custGeom>
                <a:avLst/>
                <a:gdLst>
                  <a:gd name="textAreaLeft" fmla="*/ 0 w 297720"/>
                  <a:gd name="textAreaRight" fmla="*/ 298440 w 297720"/>
                  <a:gd name="textAreaTop" fmla="*/ 0 h 1153440"/>
                  <a:gd name="textAreaBottom" fmla="*/ 1154160 h 115344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3" name="Freeform 36"/>
              <p:cNvSpPr/>
              <p:nvPr/>
            </p:nvSpPr>
            <p:spPr>
              <a:xfrm>
                <a:off x="11773080" y="5551560"/>
                <a:ext cx="156600" cy="15480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4800"/>
                  <a:gd name="textAreaBottom" fmla="*/ 155520 h 15480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4" name="Freeform 37"/>
              <p:cNvSpPr/>
              <p:nvPr/>
            </p:nvSpPr>
            <p:spPr>
              <a:xfrm>
                <a:off x="11711160" y="4680"/>
                <a:ext cx="304200" cy="1544040"/>
              </a:xfrm>
              <a:custGeom>
                <a:avLst/>
                <a:gdLst>
                  <a:gd name="textAreaLeft" fmla="*/ 0 w 304200"/>
                  <a:gd name="textAreaRight" fmla="*/ 304920 w 304200"/>
                  <a:gd name="textAreaTop" fmla="*/ 0 h 1544040"/>
                  <a:gd name="textAreaBottom" fmla="*/ 1544760 h 154404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5" name="Freeform 38"/>
              <p:cNvSpPr/>
              <p:nvPr/>
            </p:nvSpPr>
            <p:spPr>
              <a:xfrm>
                <a:off x="11636280" y="4867200"/>
                <a:ext cx="188280" cy="18828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6" name="Freeform 39"/>
              <p:cNvSpPr/>
              <p:nvPr/>
            </p:nvSpPr>
            <p:spPr>
              <a:xfrm>
                <a:off x="11441160" y="5046840"/>
                <a:ext cx="307080" cy="1801080"/>
              </a:xfrm>
              <a:custGeom>
                <a:avLst/>
                <a:gdLst>
                  <a:gd name="textAreaLeft" fmla="*/ 0 w 307080"/>
                  <a:gd name="textAreaRight" fmla="*/ 307800 w 307080"/>
                  <a:gd name="textAreaTop" fmla="*/ 0 h 1801080"/>
                  <a:gd name="textAreaBottom" fmla="*/ 1801800 h 180108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7" name="Freeform 40"/>
              <p:cNvSpPr/>
              <p:nvPr/>
            </p:nvSpPr>
            <p:spPr>
              <a:xfrm>
                <a:off x="11849040" y="641664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8" name="Rectangle 41"/>
              <p:cNvSpPr/>
              <p:nvPr/>
            </p:nvSpPr>
            <p:spPr>
              <a:xfrm>
                <a:off x="11939760" y="6595920"/>
                <a:ext cx="23040" cy="251640"/>
              </a:xfrm>
              <a:prstGeom prst="rect">
                <a:avLst/>
              </a:pr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659" name="PlaceHolder 1"/>
          <p:cNvSpPr>
            <a:spLocks noGrp="1"/>
          </p:cNvSpPr>
          <p:nvPr>
            <p:ph type="title"/>
          </p:nvPr>
        </p:nvSpPr>
        <p:spPr>
          <a:xfrm>
            <a:off x="1141560" y="2134080"/>
            <a:ext cx="9905400" cy="251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title style</a:t>
            </a:r>
          </a:p>
        </p:txBody>
      </p:sp>
      <p:sp>
        <p:nvSpPr>
          <p:cNvPr id="660" name="PlaceHolder 2"/>
          <p:cNvSpPr>
            <a:spLocks noGrp="1"/>
          </p:cNvSpPr>
          <p:nvPr>
            <p:ph type="body"/>
          </p:nvPr>
        </p:nvSpPr>
        <p:spPr>
          <a:xfrm>
            <a:off x="1141200" y="4657680"/>
            <a:ext cx="9903960" cy="113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</a:p>
        </p:txBody>
      </p:sp>
      <p:sp>
        <p:nvSpPr>
          <p:cNvPr id="661" name="PlaceHolder 3"/>
          <p:cNvSpPr>
            <a:spLocks noGrp="1"/>
          </p:cNvSpPr>
          <p:nvPr>
            <p:ph type="dt" idx="37"/>
          </p:nvPr>
        </p:nvSpPr>
        <p:spPr>
          <a:xfrm>
            <a:off x="7457040" y="58831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&lt;date/time&gt;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2" name="PlaceHolder 4"/>
          <p:cNvSpPr>
            <a:spLocks noGrp="1"/>
          </p:cNvSpPr>
          <p:nvPr>
            <p:ph type="ftr" idx="38"/>
          </p:nvPr>
        </p:nvSpPr>
        <p:spPr>
          <a:xfrm>
            <a:off x="1141560" y="588312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63" name="PlaceHolder 5"/>
          <p:cNvSpPr>
            <a:spLocks noGrp="1"/>
          </p:cNvSpPr>
          <p:nvPr>
            <p:ph type="sldNum" idx="39"/>
          </p:nvPr>
        </p:nvSpPr>
        <p:spPr>
          <a:xfrm>
            <a:off x="10276200" y="5883120"/>
            <a:ext cx="7704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1FEC8C0-630C-410F-A843-2B78CBD4364D}" type="slidenum"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‹#›</a:t>
            </a:fld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3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4" name="Picture 2" descr="\\DROBO-FS\QuickDrops\JB\PPTX NG\Droplets\LightingOverlay.png"/>
          <p:cNvPicPr/>
          <p:nvPr/>
        </p:nvPicPr>
        <p:blipFill>
          <a:blip r:embed="rId2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665" name="Group 7"/>
          <p:cNvGrpSpPr/>
          <p:nvPr/>
        </p:nvGrpSpPr>
        <p:grpSpPr>
          <a:xfrm>
            <a:off x="-14400" y="0"/>
            <a:ext cx="12053160" cy="6857280"/>
            <a:chOff x="-14400" y="0"/>
            <a:chExt cx="12053160" cy="6857280"/>
          </a:xfrm>
        </p:grpSpPr>
        <p:grpSp>
          <p:nvGrpSpPr>
            <p:cNvPr id="666" name="Group 8"/>
            <p:cNvGrpSpPr/>
            <p:nvPr/>
          </p:nvGrpSpPr>
          <p:grpSpPr>
            <a:xfrm>
              <a:off x="-14400" y="0"/>
              <a:ext cx="1220400" cy="6857280"/>
              <a:chOff x="-14400" y="0"/>
              <a:chExt cx="1220400" cy="6857280"/>
            </a:xfrm>
          </p:grpSpPr>
          <p:sp>
            <p:nvSpPr>
              <p:cNvPr id="667" name="Rectangle 5"/>
              <p:cNvSpPr/>
              <p:nvPr/>
            </p:nvSpPr>
            <p:spPr>
              <a:xfrm>
                <a:off x="114480" y="468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68" name="Freeform 6"/>
              <p:cNvSpPr/>
              <p:nvPr/>
            </p:nvSpPr>
            <p:spPr>
              <a:xfrm>
                <a:off x="33480" y="217656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69" name="Freeform 7"/>
              <p:cNvSpPr/>
              <p:nvPr/>
            </p:nvSpPr>
            <p:spPr>
              <a:xfrm>
                <a:off x="28440" y="4021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0" name="Freeform 8"/>
              <p:cNvSpPr/>
              <p:nvPr/>
            </p:nvSpPr>
            <p:spPr>
              <a:xfrm>
                <a:off x="200160" y="4680"/>
                <a:ext cx="369000" cy="181044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10440"/>
                  <a:gd name="textAreaBottom" fmla="*/ 1811160 h 181044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1" name="Freeform 9"/>
              <p:cNvSpPr/>
              <p:nvPr/>
            </p:nvSpPr>
            <p:spPr>
              <a:xfrm>
                <a:off x="503280" y="18018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2" name="Freeform 10"/>
              <p:cNvSpPr/>
              <p:nvPr/>
            </p:nvSpPr>
            <p:spPr>
              <a:xfrm>
                <a:off x="285840" y="4680"/>
                <a:ext cx="369000" cy="142956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429560"/>
                  <a:gd name="textAreaBottom" fmla="*/ 1430280 h 142956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3" name="Freeform 11"/>
              <p:cNvSpPr/>
              <p:nvPr/>
            </p:nvSpPr>
            <p:spPr>
              <a:xfrm>
                <a:off x="546120" y="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5960" tIns="45000" rIns="759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4" name="Freeform 12"/>
              <p:cNvSpPr/>
              <p:nvPr/>
            </p:nvSpPr>
            <p:spPr>
              <a:xfrm>
                <a:off x="588960" y="14209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5" name="Freeform 13"/>
              <p:cNvSpPr/>
              <p:nvPr/>
            </p:nvSpPr>
            <p:spPr>
              <a:xfrm>
                <a:off x="588960" y="9032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6" name="Freeform 14"/>
              <p:cNvSpPr/>
              <p:nvPr/>
            </p:nvSpPr>
            <p:spPr>
              <a:xfrm>
                <a:off x="641520" y="0"/>
                <a:ext cx="421560" cy="526320"/>
              </a:xfrm>
              <a:custGeom>
                <a:avLst/>
                <a:gdLst>
                  <a:gd name="textAreaLeft" fmla="*/ 0 w 421560"/>
                  <a:gd name="textAreaRight" fmla="*/ 422280 w 421560"/>
                  <a:gd name="textAreaTop" fmla="*/ 0 h 526320"/>
                  <a:gd name="textAreaBottom" fmla="*/ 527040 h 52632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7" name="Freeform 15"/>
              <p:cNvSpPr/>
              <p:nvPr/>
            </p:nvSpPr>
            <p:spPr>
              <a:xfrm>
                <a:off x="1020600" y="488880"/>
                <a:ext cx="161280" cy="146880"/>
              </a:xfrm>
              <a:custGeom>
                <a:avLst/>
                <a:gdLst>
                  <a:gd name="textAreaLeft" fmla="*/ 0 w 161280"/>
                  <a:gd name="textAreaRight" fmla="*/ 162000 w 161280"/>
                  <a:gd name="textAreaTop" fmla="*/ 0 h 146880"/>
                  <a:gd name="textAreaBottom" fmla="*/ 147600 h 14688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80640" tIns="45000" rIns="8064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8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-44640" rIns="0" bIns="-44640" anchor="t" anchorCtr="1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9" name="Freeform 17"/>
              <p:cNvSpPr/>
              <p:nvPr/>
            </p:nvSpPr>
            <p:spPr>
              <a:xfrm>
                <a:off x="9360" y="1801800"/>
                <a:ext cx="123120" cy="126360"/>
              </a:xfrm>
              <a:custGeom>
                <a:avLst/>
                <a:gdLst>
                  <a:gd name="textAreaLeft" fmla="*/ 0 w 123120"/>
                  <a:gd name="textAreaRight" fmla="*/ 123840 w 123120"/>
                  <a:gd name="textAreaTop" fmla="*/ 0 h 126360"/>
                  <a:gd name="textAreaBottom" fmla="*/ 127080 h 12636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61560" tIns="45000" rIns="615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0" name="Freeform 18"/>
              <p:cNvSpPr/>
              <p:nvPr/>
            </p:nvSpPr>
            <p:spPr>
              <a:xfrm>
                <a:off x="-9360" y="3549600"/>
                <a:ext cx="146880" cy="480240"/>
              </a:xfrm>
              <a:custGeom>
                <a:avLst/>
                <a:gdLst>
                  <a:gd name="textAreaLeft" fmla="*/ 0 w 146880"/>
                  <a:gd name="textAreaRight" fmla="*/ 147600 w 146880"/>
                  <a:gd name="textAreaTop" fmla="*/ 0 h 480240"/>
                  <a:gd name="textAreaBottom" fmla="*/ 480960 h 48024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3440" tIns="45000" rIns="7344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1" name="Freeform 19"/>
              <p:cNvSpPr/>
              <p:nvPr/>
            </p:nvSpPr>
            <p:spPr>
              <a:xfrm>
                <a:off x="128520" y="1382760"/>
                <a:ext cx="142200" cy="475560"/>
              </a:xfrm>
              <a:custGeom>
                <a:avLst/>
                <a:gdLst>
                  <a:gd name="textAreaLeft" fmla="*/ 0 w 142200"/>
                  <a:gd name="textAreaRight" fmla="*/ 142920 w 142200"/>
                  <a:gd name="textAreaTop" fmla="*/ 0 h 475560"/>
                  <a:gd name="textAreaBottom" fmla="*/ 476280 h 47556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1280" tIns="45000" rIns="712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2" name="Freeform 20"/>
              <p:cNvSpPr/>
              <p:nvPr/>
            </p:nvSpPr>
            <p:spPr>
              <a:xfrm>
                <a:off x="204840" y="1849320"/>
                <a:ext cx="113760" cy="107280"/>
              </a:xfrm>
              <a:custGeom>
                <a:avLst/>
                <a:gdLst>
                  <a:gd name="textAreaLeft" fmla="*/ 0 w 113760"/>
                  <a:gd name="textAreaRight" fmla="*/ 114480 w 113760"/>
                  <a:gd name="textAreaTop" fmla="*/ 0 h 107280"/>
                  <a:gd name="textAreaBottom" fmla="*/ 108000 h 10728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56880" tIns="45000" rIns="568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3" name="Rectangle 21"/>
              <p:cNvSpPr/>
              <p:nvPr/>
            </p:nvSpPr>
            <p:spPr>
              <a:xfrm>
                <a:off x="133200" y="466236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4" name="Freeform 22"/>
              <p:cNvSpPr/>
              <p:nvPr/>
            </p:nvSpPr>
            <p:spPr>
              <a:xfrm>
                <a:off x="223920" y="5041800"/>
                <a:ext cx="369000" cy="180108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01080"/>
                  <a:gd name="textAreaBottom" fmla="*/ 1801800 h 180108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5" name="Freeform 23"/>
              <p:cNvSpPr/>
              <p:nvPr/>
            </p:nvSpPr>
            <p:spPr>
              <a:xfrm>
                <a:off x="52560" y="4481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6" name="Freeform 24"/>
              <p:cNvSpPr/>
              <p:nvPr/>
            </p:nvSpPr>
            <p:spPr>
              <a:xfrm>
                <a:off x="-14400" y="5627520"/>
                <a:ext cx="84960" cy="1215360"/>
              </a:xfrm>
              <a:custGeom>
                <a:avLst/>
                <a:gdLst>
                  <a:gd name="textAreaLeft" fmla="*/ 0 w 84960"/>
                  <a:gd name="textAreaRight" fmla="*/ 85680 w 84960"/>
                  <a:gd name="textAreaTop" fmla="*/ 0 h 1215360"/>
                  <a:gd name="textAreaBottom" fmla="*/ 1216080 h 121536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42480" tIns="45000" rIns="42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7" name="Freeform 25"/>
              <p:cNvSpPr/>
              <p:nvPr/>
            </p:nvSpPr>
            <p:spPr>
              <a:xfrm>
                <a:off x="527040" y="4867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8" name="Freeform 26"/>
              <p:cNvSpPr/>
              <p:nvPr/>
            </p:nvSpPr>
            <p:spPr>
              <a:xfrm>
                <a:off x="309600" y="5423040"/>
                <a:ext cx="374040" cy="1424880"/>
              </a:xfrm>
              <a:custGeom>
                <a:avLst/>
                <a:gdLst>
                  <a:gd name="textAreaLeft" fmla="*/ 0 w 374040"/>
                  <a:gd name="textAreaRight" fmla="*/ 374760 w 374040"/>
                  <a:gd name="textAreaTop" fmla="*/ 0 h 1424880"/>
                  <a:gd name="textAreaBottom" fmla="*/ 1425600 h 142488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9" name="Freeform 27"/>
              <p:cNvSpPr/>
              <p:nvPr/>
            </p:nvSpPr>
            <p:spPr>
              <a:xfrm>
                <a:off x="569880" y="594504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5960" tIns="45000" rIns="759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0" name="Freeform 28"/>
              <p:cNvSpPr/>
              <p:nvPr/>
            </p:nvSpPr>
            <p:spPr>
              <a:xfrm>
                <a:off x="612720" y="5246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1" name="Freeform 29"/>
              <p:cNvSpPr/>
              <p:nvPr/>
            </p:nvSpPr>
            <p:spPr>
              <a:xfrm>
                <a:off x="612720" y="57643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2" name="Freeform 30"/>
              <p:cNvSpPr/>
              <p:nvPr/>
            </p:nvSpPr>
            <p:spPr>
              <a:xfrm>
                <a:off x="669960" y="6330960"/>
                <a:ext cx="416880" cy="51696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6960"/>
                  <a:gd name="textAreaBottom" fmla="*/ 517680 h 51696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3" name="Freeform 31"/>
              <p:cNvSpPr/>
              <p:nvPr/>
            </p:nvSpPr>
            <p:spPr>
              <a:xfrm>
                <a:off x="1049400" y="6221520"/>
                <a:ext cx="156600" cy="14688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46880"/>
                  <a:gd name="textAreaBottom" fmla="*/ 147600 h 14688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694" name="Group 9"/>
            <p:cNvGrpSpPr/>
            <p:nvPr/>
          </p:nvGrpSpPr>
          <p:grpSpPr>
            <a:xfrm>
              <a:off x="11364840" y="0"/>
              <a:ext cx="673920" cy="6847920"/>
              <a:chOff x="11364840" y="0"/>
              <a:chExt cx="673920" cy="6847920"/>
            </a:xfrm>
          </p:grpSpPr>
          <p:sp>
            <p:nvSpPr>
              <p:cNvPr id="695" name="Freeform 32"/>
              <p:cNvSpPr/>
              <p:nvPr/>
            </p:nvSpPr>
            <p:spPr>
              <a:xfrm>
                <a:off x="11484000" y="0"/>
                <a:ext cx="416880" cy="51192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1920"/>
                  <a:gd name="textAreaBottom" fmla="*/ 512640 h 51192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6" name="Freeform 33"/>
              <p:cNvSpPr/>
              <p:nvPr/>
            </p:nvSpPr>
            <p:spPr>
              <a:xfrm>
                <a:off x="11364840" y="474840"/>
                <a:ext cx="156600" cy="15156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1560"/>
                  <a:gd name="textAreaBottom" fmla="*/ 152280 h 15156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7" name="Freeform 34"/>
              <p:cNvSpPr/>
              <p:nvPr/>
            </p:nvSpPr>
            <p:spPr>
              <a:xfrm>
                <a:off x="11631600" y="1539720"/>
                <a:ext cx="188280" cy="18972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8" name="Freeform 35"/>
              <p:cNvSpPr/>
              <p:nvPr/>
            </p:nvSpPr>
            <p:spPr>
              <a:xfrm>
                <a:off x="11531520" y="5694480"/>
                <a:ext cx="297720" cy="1153440"/>
              </a:xfrm>
              <a:custGeom>
                <a:avLst/>
                <a:gdLst>
                  <a:gd name="textAreaLeft" fmla="*/ 0 w 297720"/>
                  <a:gd name="textAreaRight" fmla="*/ 298440 w 297720"/>
                  <a:gd name="textAreaTop" fmla="*/ 0 h 1153440"/>
                  <a:gd name="textAreaBottom" fmla="*/ 1154160 h 115344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9" name="Freeform 36"/>
              <p:cNvSpPr/>
              <p:nvPr/>
            </p:nvSpPr>
            <p:spPr>
              <a:xfrm>
                <a:off x="11773080" y="5551560"/>
                <a:ext cx="156600" cy="15480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4800"/>
                  <a:gd name="textAreaBottom" fmla="*/ 155520 h 15480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0" name="Freeform 37"/>
              <p:cNvSpPr/>
              <p:nvPr/>
            </p:nvSpPr>
            <p:spPr>
              <a:xfrm>
                <a:off x="11711160" y="4680"/>
                <a:ext cx="304200" cy="1544040"/>
              </a:xfrm>
              <a:custGeom>
                <a:avLst/>
                <a:gdLst>
                  <a:gd name="textAreaLeft" fmla="*/ 0 w 304200"/>
                  <a:gd name="textAreaRight" fmla="*/ 304920 w 304200"/>
                  <a:gd name="textAreaTop" fmla="*/ 0 h 1544040"/>
                  <a:gd name="textAreaBottom" fmla="*/ 1544760 h 154404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1" name="Freeform 38"/>
              <p:cNvSpPr/>
              <p:nvPr/>
            </p:nvSpPr>
            <p:spPr>
              <a:xfrm>
                <a:off x="11636280" y="4867200"/>
                <a:ext cx="188280" cy="18828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2" name="Freeform 39"/>
              <p:cNvSpPr/>
              <p:nvPr/>
            </p:nvSpPr>
            <p:spPr>
              <a:xfrm>
                <a:off x="11441160" y="5046840"/>
                <a:ext cx="307080" cy="1801080"/>
              </a:xfrm>
              <a:custGeom>
                <a:avLst/>
                <a:gdLst>
                  <a:gd name="textAreaLeft" fmla="*/ 0 w 307080"/>
                  <a:gd name="textAreaRight" fmla="*/ 307800 w 307080"/>
                  <a:gd name="textAreaTop" fmla="*/ 0 h 1801080"/>
                  <a:gd name="textAreaBottom" fmla="*/ 1801800 h 180108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3" name="Freeform 40"/>
              <p:cNvSpPr/>
              <p:nvPr/>
            </p:nvSpPr>
            <p:spPr>
              <a:xfrm>
                <a:off x="11849040" y="641664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4" name="Rectangle 41"/>
              <p:cNvSpPr/>
              <p:nvPr/>
            </p:nvSpPr>
            <p:spPr>
              <a:xfrm>
                <a:off x="11939760" y="6595920"/>
                <a:ext cx="23040" cy="251640"/>
              </a:xfrm>
              <a:prstGeom prst="rect">
                <a:avLst/>
              </a:pr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705" name="PlaceHolder 1"/>
          <p:cNvSpPr>
            <a:spLocks noGrp="1"/>
          </p:cNvSpPr>
          <p:nvPr>
            <p:ph type="title"/>
          </p:nvPr>
        </p:nvSpPr>
        <p:spPr>
          <a:xfrm>
            <a:off x="1141560" y="609480"/>
            <a:ext cx="9905400" cy="1904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title style</a:t>
            </a:r>
          </a:p>
        </p:txBody>
      </p:sp>
      <p:sp>
        <p:nvSpPr>
          <p:cNvPr id="706" name="PlaceHolder 2"/>
          <p:cNvSpPr>
            <a:spLocks noGrp="1"/>
          </p:cNvSpPr>
          <p:nvPr>
            <p:ph type="body"/>
          </p:nvPr>
        </p:nvSpPr>
        <p:spPr>
          <a:xfrm>
            <a:off x="1141560" y="2674440"/>
            <a:ext cx="3196080" cy="685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707" name="PlaceHolder 3"/>
          <p:cNvSpPr>
            <a:spLocks noGrp="1"/>
          </p:cNvSpPr>
          <p:nvPr>
            <p:ph type="body"/>
          </p:nvPr>
        </p:nvSpPr>
        <p:spPr>
          <a:xfrm>
            <a:off x="1127880" y="3360240"/>
            <a:ext cx="3207960" cy="243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</a:p>
        </p:txBody>
      </p:sp>
      <p:sp>
        <p:nvSpPr>
          <p:cNvPr id="708" name="PlaceHolder 4"/>
          <p:cNvSpPr>
            <a:spLocks noGrp="1"/>
          </p:cNvSpPr>
          <p:nvPr>
            <p:ph type="body"/>
          </p:nvPr>
        </p:nvSpPr>
        <p:spPr>
          <a:xfrm>
            <a:off x="4514760" y="2677680"/>
            <a:ext cx="3183840" cy="685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709" name="PlaceHolder 5"/>
          <p:cNvSpPr>
            <a:spLocks noGrp="1"/>
          </p:cNvSpPr>
          <p:nvPr>
            <p:ph type="body"/>
          </p:nvPr>
        </p:nvSpPr>
        <p:spPr>
          <a:xfrm>
            <a:off x="4504320" y="3363480"/>
            <a:ext cx="3195000" cy="243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</a:p>
        </p:txBody>
      </p:sp>
      <p:sp>
        <p:nvSpPr>
          <p:cNvPr id="710" name="PlaceHolder 6"/>
          <p:cNvSpPr>
            <a:spLocks noGrp="1"/>
          </p:cNvSpPr>
          <p:nvPr>
            <p:ph type="body"/>
          </p:nvPr>
        </p:nvSpPr>
        <p:spPr>
          <a:xfrm>
            <a:off x="7852320" y="2674440"/>
            <a:ext cx="3194280" cy="685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711" name="PlaceHolder 7"/>
          <p:cNvSpPr>
            <a:spLocks noGrp="1"/>
          </p:cNvSpPr>
          <p:nvPr>
            <p:ph type="body"/>
          </p:nvPr>
        </p:nvSpPr>
        <p:spPr>
          <a:xfrm>
            <a:off x="7852320" y="3360240"/>
            <a:ext cx="3194280" cy="243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</a:p>
        </p:txBody>
      </p:sp>
      <p:sp>
        <p:nvSpPr>
          <p:cNvPr id="712" name="PlaceHolder 8"/>
          <p:cNvSpPr>
            <a:spLocks noGrp="1"/>
          </p:cNvSpPr>
          <p:nvPr>
            <p:ph type="dt" idx="40"/>
          </p:nvPr>
        </p:nvSpPr>
        <p:spPr>
          <a:xfrm>
            <a:off x="7457040" y="58831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&lt;date/time&gt;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3" name="PlaceHolder 9"/>
          <p:cNvSpPr>
            <a:spLocks noGrp="1"/>
          </p:cNvSpPr>
          <p:nvPr>
            <p:ph type="ftr" idx="41"/>
          </p:nvPr>
        </p:nvSpPr>
        <p:spPr>
          <a:xfrm>
            <a:off x="1141560" y="588312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714" name="PlaceHolder 10"/>
          <p:cNvSpPr>
            <a:spLocks noGrp="1"/>
          </p:cNvSpPr>
          <p:nvPr>
            <p:ph type="sldNum" idx="42"/>
          </p:nvPr>
        </p:nvSpPr>
        <p:spPr>
          <a:xfrm>
            <a:off x="10276200" y="5883120"/>
            <a:ext cx="7704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E877ACB-532E-4919-97C4-71E24B9A826F}" type="slidenum"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‹#›</a:t>
            </a:fld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3 Picture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5" name="Picture 2" descr="\\DROBO-FS\QuickDrops\JB\PPTX NG\Droplets\LightingOverlay.png"/>
          <p:cNvPicPr/>
          <p:nvPr/>
        </p:nvPicPr>
        <p:blipFill>
          <a:blip r:embed="rId2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716" name="Group 7"/>
          <p:cNvGrpSpPr/>
          <p:nvPr/>
        </p:nvGrpSpPr>
        <p:grpSpPr>
          <a:xfrm>
            <a:off x="-14400" y="0"/>
            <a:ext cx="12053160" cy="6857280"/>
            <a:chOff x="-14400" y="0"/>
            <a:chExt cx="12053160" cy="6857280"/>
          </a:xfrm>
        </p:grpSpPr>
        <p:grpSp>
          <p:nvGrpSpPr>
            <p:cNvPr id="717" name="Group 8"/>
            <p:cNvGrpSpPr/>
            <p:nvPr/>
          </p:nvGrpSpPr>
          <p:grpSpPr>
            <a:xfrm>
              <a:off x="-14400" y="0"/>
              <a:ext cx="1220400" cy="6857280"/>
              <a:chOff x="-14400" y="0"/>
              <a:chExt cx="1220400" cy="6857280"/>
            </a:xfrm>
          </p:grpSpPr>
          <p:sp>
            <p:nvSpPr>
              <p:cNvPr id="718" name="Rectangle 5"/>
              <p:cNvSpPr/>
              <p:nvPr/>
            </p:nvSpPr>
            <p:spPr>
              <a:xfrm>
                <a:off x="114480" y="468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9" name="Freeform 6"/>
              <p:cNvSpPr/>
              <p:nvPr/>
            </p:nvSpPr>
            <p:spPr>
              <a:xfrm>
                <a:off x="33480" y="217656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20" name="Freeform 7"/>
              <p:cNvSpPr/>
              <p:nvPr/>
            </p:nvSpPr>
            <p:spPr>
              <a:xfrm>
                <a:off x="28440" y="4021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21" name="Freeform 8"/>
              <p:cNvSpPr/>
              <p:nvPr/>
            </p:nvSpPr>
            <p:spPr>
              <a:xfrm>
                <a:off x="200160" y="4680"/>
                <a:ext cx="369000" cy="181044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10440"/>
                  <a:gd name="textAreaBottom" fmla="*/ 1811160 h 181044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22" name="Freeform 9"/>
              <p:cNvSpPr/>
              <p:nvPr/>
            </p:nvSpPr>
            <p:spPr>
              <a:xfrm>
                <a:off x="503280" y="18018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23" name="Freeform 10"/>
              <p:cNvSpPr/>
              <p:nvPr/>
            </p:nvSpPr>
            <p:spPr>
              <a:xfrm>
                <a:off x="285840" y="4680"/>
                <a:ext cx="369000" cy="142956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429560"/>
                  <a:gd name="textAreaBottom" fmla="*/ 1430280 h 142956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24" name="Freeform 11"/>
              <p:cNvSpPr/>
              <p:nvPr/>
            </p:nvSpPr>
            <p:spPr>
              <a:xfrm>
                <a:off x="546120" y="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5960" tIns="45000" rIns="759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25" name="Freeform 12"/>
              <p:cNvSpPr/>
              <p:nvPr/>
            </p:nvSpPr>
            <p:spPr>
              <a:xfrm>
                <a:off x="588960" y="14209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26" name="Freeform 13"/>
              <p:cNvSpPr/>
              <p:nvPr/>
            </p:nvSpPr>
            <p:spPr>
              <a:xfrm>
                <a:off x="588960" y="9032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27" name="Freeform 14"/>
              <p:cNvSpPr/>
              <p:nvPr/>
            </p:nvSpPr>
            <p:spPr>
              <a:xfrm>
                <a:off x="641520" y="0"/>
                <a:ext cx="421560" cy="526320"/>
              </a:xfrm>
              <a:custGeom>
                <a:avLst/>
                <a:gdLst>
                  <a:gd name="textAreaLeft" fmla="*/ 0 w 421560"/>
                  <a:gd name="textAreaRight" fmla="*/ 422280 w 421560"/>
                  <a:gd name="textAreaTop" fmla="*/ 0 h 526320"/>
                  <a:gd name="textAreaBottom" fmla="*/ 527040 h 52632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28" name="Freeform 15"/>
              <p:cNvSpPr/>
              <p:nvPr/>
            </p:nvSpPr>
            <p:spPr>
              <a:xfrm>
                <a:off x="1020600" y="488880"/>
                <a:ext cx="161280" cy="146880"/>
              </a:xfrm>
              <a:custGeom>
                <a:avLst/>
                <a:gdLst>
                  <a:gd name="textAreaLeft" fmla="*/ 0 w 161280"/>
                  <a:gd name="textAreaRight" fmla="*/ 162000 w 161280"/>
                  <a:gd name="textAreaTop" fmla="*/ 0 h 146880"/>
                  <a:gd name="textAreaBottom" fmla="*/ 147600 h 14688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80640" tIns="45000" rIns="8064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29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-44640" rIns="0" bIns="-44640" anchor="t" anchorCtr="1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0" name="Freeform 17"/>
              <p:cNvSpPr/>
              <p:nvPr/>
            </p:nvSpPr>
            <p:spPr>
              <a:xfrm>
                <a:off x="9360" y="1801800"/>
                <a:ext cx="123120" cy="126360"/>
              </a:xfrm>
              <a:custGeom>
                <a:avLst/>
                <a:gdLst>
                  <a:gd name="textAreaLeft" fmla="*/ 0 w 123120"/>
                  <a:gd name="textAreaRight" fmla="*/ 123840 w 123120"/>
                  <a:gd name="textAreaTop" fmla="*/ 0 h 126360"/>
                  <a:gd name="textAreaBottom" fmla="*/ 127080 h 12636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61560" tIns="45000" rIns="615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1" name="Freeform 18"/>
              <p:cNvSpPr/>
              <p:nvPr/>
            </p:nvSpPr>
            <p:spPr>
              <a:xfrm>
                <a:off x="-9360" y="3549600"/>
                <a:ext cx="146880" cy="480240"/>
              </a:xfrm>
              <a:custGeom>
                <a:avLst/>
                <a:gdLst>
                  <a:gd name="textAreaLeft" fmla="*/ 0 w 146880"/>
                  <a:gd name="textAreaRight" fmla="*/ 147600 w 146880"/>
                  <a:gd name="textAreaTop" fmla="*/ 0 h 480240"/>
                  <a:gd name="textAreaBottom" fmla="*/ 480960 h 48024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3440" tIns="45000" rIns="7344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2" name="Freeform 19"/>
              <p:cNvSpPr/>
              <p:nvPr/>
            </p:nvSpPr>
            <p:spPr>
              <a:xfrm>
                <a:off x="128520" y="1382760"/>
                <a:ext cx="142200" cy="475560"/>
              </a:xfrm>
              <a:custGeom>
                <a:avLst/>
                <a:gdLst>
                  <a:gd name="textAreaLeft" fmla="*/ 0 w 142200"/>
                  <a:gd name="textAreaRight" fmla="*/ 142920 w 142200"/>
                  <a:gd name="textAreaTop" fmla="*/ 0 h 475560"/>
                  <a:gd name="textAreaBottom" fmla="*/ 476280 h 47556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1280" tIns="45000" rIns="712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3" name="Freeform 20"/>
              <p:cNvSpPr/>
              <p:nvPr/>
            </p:nvSpPr>
            <p:spPr>
              <a:xfrm>
                <a:off x="204840" y="1849320"/>
                <a:ext cx="113760" cy="107280"/>
              </a:xfrm>
              <a:custGeom>
                <a:avLst/>
                <a:gdLst>
                  <a:gd name="textAreaLeft" fmla="*/ 0 w 113760"/>
                  <a:gd name="textAreaRight" fmla="*/ 114480 w 113760"/>
                  <a:gd name="textAreaTop" fmla="*/ 0 h 107280"/>
                  <a:gd name="textAreaBottom" fmla="*/ 108000 h 10728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56880" tIns="45000" rIns="568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4" name="Rectangle 21"/>
              <p:cNvSpPr/>
              <p:nvPr/>
            </p:nvSpPr>
            <p:spPr>
              <a:xfrm>
                <a:off x="133200" y="466236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5" name="Freeform 22"/>
              <p:cNvSpPr/>
              <p:nvPr/>
            </p:nvSpPr>
            <p:spPr>
              <a:xfrm>
                <a:off x="223920" y="5041800"/>
                <a:ext cx="369000" cy="180108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01080"/>
                  <a:gd name="textAreaBottom" fmla="*/ 1801800 h 180108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6" name="Freeform 23"/>
              <p:cNvSpPr/>
              <p:nvPr/>
            </p:nvSpPr>
            <p:spPr>
              <a:xfrm>
                <a:off x="52560" y="4481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7" name="Freeform 24"/>
              <p:cNvSpPr/>
              <p:nvPr/>
            </p:nvSpPr>
            <p:spPr>
              <a:xfrm>
                <a:off x="-14400" y="5627520"/>
                <a:ext cx="84960" cy="1215360"/>
              </a:xfrm>
              <a:custGeom>
                <a:avLst/>
                <a:gdLst>
                  <a:gd name="textAreaLeft" fmla="*/ 0 w 84960"/>
                  <a:gd name="textAreaRight" fmla="*/ 85680 w 84960"/>
                  <a:gd name="textAreaTop" fmla="*/ 0 h 1215360"/>
                  <a:gd name="textAreaBottom" fmla="*/ 1216080 h 121536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42480" tIns="45000" rIns="42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8" name="Freeform 25"/>
              <p:cNvSpPr/>
              <p:nvPr/>
            </p:nvSpPr>
            <p:spPr>
              <a:xfrm>
                <a:off x="527040" y="4867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9" name="Freeform 26"/>
              <p:cNvSpPr/>
              <p:nvPr/>
            </p:nvSpPr>
            <p:spPr>
              <a:xfrm>
                <a:off x="309600" y="5423040"/>
                <a:ext cx="374040" cy="1424880"/>
              </a:xfrm>
              <a:custGeom>
                <a:avLst/>
                <a:gdLst>
                  <a:gd name="textAreaLeft" fmla="*/ 0 w 374040"/>
                  <a:gd name="textAreaRight" fmla="*/ 374760 w 374040"/>
                  <a:gd name="textAreaTop" fmla="*/ 0 h 1424880"/>
                  <a:gd name="textAreaBottom" fmla="*/ 1425600 h 142488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0" name="Freeform 27"/>
              <p:cNvSpPr/>
              <p:nvPr/>
            </p:nvSpPr>
            <p:spPr>
              <a:xfrm>
                <a:off x="569880" y="594504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5960" tIns="45000" rIns="759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1" name="Freeform 28"/>
              <p:cNvSpPr/>
              <p:nvPr/>
            </p:nvSpPr>
            <p:spPr>
              <a:xfrm>
                <a:off x="612720" y="5246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2" name="Freeform 29"/>
              <p:cNvSpPr/>
              <p:nvPr/>
            </p:nvSpPr>
            <p:spPr>
              <a:xfrm>
                <a:off x="612720" y="57643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3" name="Freeform 30"/>
              <p:cNvSpPr/>
              <p:nvPr/>
            </p:nvSpPr>
            <p:spPr>
              <a:xfrm>
                <a:off x="669960" y="6330960"/>
                <a:ext cx="416880" cy="51696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6960"/>
                  <a:gd name="textAreaBottom" fmla="*/ 517680 h 51696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4" name="Freeform 31"/>
              <p:cNvSpPr/>
              <p:nvPr/>
            </p:nvSpPr>
            <p:spPr>
              <a:xfrm>
                <a:off x="1049400" y="6221520"/>
                <a:ext cx="156600" cy="14688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46880"/>
                  <a:gd name="textAreaBottom" fmla="*/ 147600 h 14688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745" name="Group 9"/>
            <p:cNvGrpSpPr/>
            <p:nvPr/>
          </p:nvGrpSpPr>
          <p:grpSpPr>
            <a:xfrm>
              <a:off x="11364840" y="0"/>
              <a:ext cx="673920" cy="6847920"/>
              <a:chOff x="11364840" y="0"/>
              <a:chExt cx="673920" cy="6847920"/>
            </a:xfrm>
          </p:grpSpPr>
          <p:sp>
            <p:nvSpPr>
              <p:cNvPr id="746" name="Freeform 32"/>
              <p:cNvSpPr/>
              <p:nvPr/>
            </p:nvSpPr>
            <p:spPr>
              <a:xfrm>
                <a:off x="11484000" y="0"/>
                <a:ext cx="416880" cy="51192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1920"/>
                  <a:gd name="textAreaBottom" fmla="*/ 512640 h 51192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7" name="Freeform 33"/>
              <p:cNvSpPr/>
              <p:nvPr/>
            </p:nvSpPr>
            <p:spPr>
              <a:xfrm>
                <a:off x="11364840" y="474840"/>
                <a:ext cx="156600" cy="15156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1560"/>
                  <a:gd name="textAreaBottom" fmla="*/ 152280 h 15156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8" name="Freeform 34"/>
              <p:cNvSpPr/>
              <p:nvPr/>
            </p:nvSpPr>
            <p:spPr>
              <a:xfrm>
                <a:off x="11631600" y="1539720"/>
                <a:ext cx="188280" cy="18972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9" name="Freeform 35"/>
              <p:cNvSpPr/>
              <p:nvPr/>
            </p:nvSpPr>
            <p:spPr>
              <a:xfrm>
                <a:off x="11531520" y="5694480"/>
                <a:ext cx="297720" cy="1153440"/>
              </a:xfrm>
              <a:custGeom>
                <a:avLst/>
                <a:gdLst>
                  <a:gd name="textAreaLeft" fmla="*/ 0 w 297720"/>
                  <a:gd name="textAreaRight" fmla="*/ 298440 w 297720"/>
                  <a:gd name="textAreaTop" fmla="*/ 0 h 1153440"/>
                  <a:gd name="textAreaBottom" fmla="*/ 1154160 h 115344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0" name="Freeform 36"/>
              <p:cNvSpPr/>
              <p:nvPr/>
            </p:nvSpPr>
            <p:spPr>
              <a:xfrm>
                <a:off x="11773080" y="5551560"/>
                <a:ext cx="156600" cy="15480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4800"/>
                  <a:gd name="textAreaBottom" fmla="*/ 155520 h 15480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1" name="Freeform 37"/>
              <p:cNvSpPr/>
              <p:nvPr/>
            </p:nvSpPr>
            <p:spPr>
              <a:xfrm>
                <a:off x="11711160" y="4680"/>
                <a:ext cx="304200" cy="1544040"/>
              </a:xfrm>
              <a:custGeom>
                <a:avLst/>
                <a:gdLst>
                  <a:gd name="textAreaLeft" fmla="*/ 0 w 304200"/>
                  <a:gd name="textAreaRight" fmla="*/ 304920 w 304200"/>
                  <a:gd name="textAreaTop" fmla="*/ 0 h 1544040"/>
                  <a:gd name="textAreaBottom" fmla="*/ 1544760 h 154404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2" name="Freeform 38"/>
              <p:cNvSpPr/>
              <p:nvPr/>
            </p:nvSpPr>
            <p:spPr>
              <a:xfrm>
                <a:off x="11636280" y="4867200"/>
                <a:ext cx="188280" cy="18828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3" name="Freeform 39"/>
              <p:cNvSpPr/>
              <p:nvPr/>
            </p:nvSpPr>
            <p:spPr>
              <a:xfrm>
                <a:off x="11441160" y="5046840"/>
                <a:ext cx="307080" cy="1801080"/>
              </a:xfrm>
              <a:custGeom>
                <a:avLst/>
                <a:gdLst>
                  <a:gd name="textAreaLeft" fmla="*/ 0 w 307080"/>
                  <a:gd name="textAreaRight" fmla="*/ 307800 w 307080"/>
                  <a:gd name="textAreaTop" fmla="*/ 0 h 1801080"/>
                  <a:gd name="textAreaBottom" fmla="*/ 1801800 h 180108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4" name="Freeform 40"/>
              <p:cNvSpPr/>
              <p:nvPr/>
            </p:nvSpPr>
            <p:spPr>
              <a:xfrm>
                <a:off x="11849040" y="641664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5" name="Rectangle 41"/>
              <p:cNvSpPr/>
              <p:nvPr/>
            </p:nvSpPr>
            <p:spPr>
              <a:xfrm>
                <a:off x="11939760" y="6595920"/>
                <a:ext cx="23040" cy="251640"/>
              </a:xfrm>
              <a:prstGeom prst="rect">
                <a:avLst/>
              </a:pr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756" name="PlaceHolder 1"/>
          <p:cNvSpPr>
            <a:spLocks noGrp="1"/>
          </p:cNvSpPr>
          <p:nvPr>
            <p:ph type="title"/>
          </p:nvPr>
        </p:nvSpPr>
        <p:spPr>
          <a:xfrm>
            <a:off x="1141560" y="609480"/>
            <a:ext cx="9905400" cy="1904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title style</a:t>
            </a:r>
          </a:p>
        </p:txBody>
      </p:sp>
      <p:sp>
        <p:nvSpPr>
          <p:cNvPr id="757" name="PlaceHolder 2"/>
          <p:cNvSpPr>
            <a:spLocks noGrp="1"/>
          </p:cNvSpPr>
          <p:nvPr>
            <p:ph type="body"/>
          </p:nvPr>
        </p:nvSpPr>
        <p:spPr>
          <a:xfrm>
            <a:off x="1141560" y="4404600"/>
            <a:ext cx="3194640" cy="575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0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758" name="PlaceHolder 3"/>
          <p:cNvSpPr>
            <a:spLocks noGrp="1"/>
          </p:cNvSpPr>
          <p:nvPr>
            <p:ph type="body"/>
          </p:nvPr>
        </p:nvSpPr>
        <p:spPr>
          <a:xfrm>
            <a:off x="1141560" y="2666880"/>
            <a:ext cx="3194640" cy="1523160"/>
          </a:xfrm>
          <a:prstGeom prst="rect">
            <a:avLst/>
          </a:prstGeom>
          <a:noFill/>
          <a:ln w="19080" cap="sq">
            <a:solidFill>
              <a:schemeClr val="dk2">
                <a:lumMod val="60000"/>
                <a:lumOff val="40000"/>
                <a:alpha val="60000"/>
              </a:schemeClr>
            </a:solidFill>
            <a:miter/>
          </a:ln>
          <a:effectLst>
            <a:outerShdw blurRad="88920" dist="38160" dir="5400000" rotWithShape="0">
              <a:srgbClr val="000000">
                <a:alpha val="40000"/>
              </a:srgbClr>
            </a:outerShdw>
          </a:effectLst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icon to add picture</a:t>
            </a:r>
          </a:p>
        </p:txBody>
      </p:sp>
      <p:sp>
        <p:nvSpPr>
          <p:cNvPr id="759" name="PlaceHolder 4"/>
          <p:cNvSpPr>
            <a:spLocks noGrp="1"/>
          </p:cNvSpPr>
          <p:nvPr>
            <p:ph type="body"/>
          </p:nvPr>
        </p:nvSpPr>
        <p:spPr>
          <a:xfrm>
            <a:off x="1141560" y="4980960"/>
            <a:ext cx="3194640" cy="81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</a:p>
        </p:txBody>
      </p:sp>
      <p:sp>
        <p:nvSpPr>
          <p:cNvPr id="760" name="PlaceHolder 5"/>
          <p:cNvSpPr>
            <a:spLocks noGrp="1"/>
          </p:cNvSpPr>
          <p:nvPr>
            <p:ph type="body"/>
          </p:nvPr>
        </p:nvSpPr>
        <p:spPr>
          <a:xfrm>
            <a:off x="4489200" y="4404600"/>
            <a:ext cx="3199680" cy="575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0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761" name="PlaceHolder 6"/>
          <p:cNvSpPr>
            <a:spLocks noGrp="1"/>
          </p:cNvSpPr>
          <p:nvPr>
            <p:ph type="body"/>
          </p:nvPr>
        </p:nvSpPr>
        <p:spPr>
          <a:xfrm>
            <a:off x="4489200" y="2666880"/>
            <a:ext cx="3198240" cy="1523160"/>
          </a:xfrm>
          <a:prstGeom prst="rect">
            <a:avLst/>
          </a:prstGeom>
          <a:noFill/>
          <a:ln w="19080" cap="sq">
            <a:solidFill>
              <a:schemeClr val="dk2">
                <a:lumMod val="60000"/>
                <a:lumOff val="40000"/>
                <a:alpha val="60000"/>
              </a:schemeClr>
            </a:solidFill>
            <a:miter/>
          </a:ln>
          <a:effectLst>
            <a:outerShdw blurRad="88920" dist="38160" dir="5400000" rotWithShape="0">
              <a:srgbClr val="000000">
                <a:alpha val="40000"/>
              </a:srgbClr>
            </a:outerShdw>
          </a:effectLst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icon to add picture</a:t>
            </a:r>
          </a:p>
        </p:txBody>
      </p:sp>
      <p:sp>
        <p:nvSpPr>
          <p:cNvPr id="762" name="PlaceHolder 7"/>
          <p:cNvSpPr>
            <a:spLocks noGrp="1"/>
          </p:cNvSpPr>
          <p:nvPr>
            <p:ph type="body"/>
          </p:nvPr>
        </p:nvSpPr>
        <p:spPr>
          <a:xfrm>
            <a:off x="4487760" y="4980960"/>
            <a:ext cx="3199680" cy="80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</a:p>
        </p:txBody>
      </p:sp>
      <p:sp>
        <p:nvSpPr>
          <p:cNvPr id="763" name="PlaceHolder 8"/>
          <p:cNvSpPr>
            <a:spLocks noGrp="1"/>
          </p:cNvSpPr>
          <p:nvPr>
            <p:ph type="body"/>
          </p:nvPr>
        </p:nvSpPr>
        <p:spPr>
          <a:xfrm>
            <a:off x="7852680" y="4404600"/>
            <a:ext cx="3189960" cy="575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0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764" name="PlaceHolder 9"/>
          <p:cNvSpPr>
            <a:spLocks noGrp="1"/>
          </p:cNvSpPr>
          <p:nvPr>
            <p:ph type="body"/>
          </p:nvPr>
        </p:nvSpPr>
        <p:spPr>
          <a:xfrm>
            <a:off x="7852320" y="2666880"/>
            <a:ext cx="3194280" cy="1523160"/>
          </a:xfrm>
          <a:prstGeom prst="rect">
            <a:avLst/>
          </a:prstGeom>
          <a:noFill/>
          <a:ln w="19080" cap="sq">
            <a:solidFill>
              <a:schemeClr val="dk2">
                <a:lumMod val="60000"/>
                <a:lumOff val="40000"/>
                <a:alpha val="60000"/>
              </a:schemeClr>
            </a:solidFill>
            <a:miter/>
          </a:ln>
          <a:effectLst>
            <a:outerShdw blurRad="88920" dist="38160" dir="5400000" rotWithShape="0">
              <a:srgbClr val="000000">
                <a:alpha val="40000"/>
              </a:srgbClr>
            </a:outerShdw>
          </a:effectLst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icon to add picture</a:t>
            </a:r>
          </a:p>
        </p:txBody>
      </p:sp>
      <p:sp>
        <p:nvSpPr>
          <p:cNvPr id="765" name="PlaceHolder 10"/>
          <p:cNvSpPr>
            <a:spLocks noGrp="1"/>
          </p:cNvSpPr>
          <p:nvPr>
            <p:ph type="body"/>
          </p:nvPr>
        </p:nvSpPr>
        <p:spPr>
          <a:xfrm>
            <a:off x="7852320" y="4980960"/>
            <a:ext cx="3194280" cy="80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</a:p>
        </p:txBody>
      </p:sp>
      <p:sp>
        <p:nvSpPr>
          <p:cNvPr id="766" name="PlaceHolder 11"/>
          <p:cNvSpPr>
            <a:spLocks noGrp="1"/>
          </p:cNvSpPr>
          <p:nvPr>
            <p:ph type="dt" idx="43"/>
          </p:nvPr>
        </p:nvSpPr>
        <p:spPr>
          <a:xfrm>
            <a:off x="7457040" y="58831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&lt;date/time&gt;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7" name="PlaceHolder 12"/>
          <p:cNvSpPr>
            <a:spLocks noGrp="1"/>
          </p:cNvSpPr>
          <p:nvPr>
            <p:ph type="ftr" idx="44"/>
          </p:nvPr>
        </p:nvSpPr>
        <p:spPr>
          <a:xfrm>
            <a:off x="1141560" y="588312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768" name="PlaceHolder 13"/>
          <p:cNvSpPr>
            <a:spLocks noGrp="1"/>
          </p:cNvSpPr>
          <p:nvPr>
            <p:ph type="sldNum" idx="45"/>
          </p:nvPr>
        </p:nvSpPr>
        <p:spPr>
          <a:xfrm>
            <a:off x="10276200" y="5883120"/>
            <a:ext cx="7704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D48F4526-F30D-4081-BD3D-7B3F6717BA11}" type="slidenum"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‹#›</a:t>
            </a:fld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9" name="Picture 2" descr="\\DROBO-FS\QuickDrops\JB\PPTX NG\Droplets\LightingOverlay.png"/>
          <p:cNvPicPr/>
          <p:nvPr/>
        </p:nvPicPr>
        <p:blipFill>
          <a:blip r:embed="rId2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770" name="Group 7"/>
          <p:cNvGrpSpPr/>
          <p:nvPr/>
        </p:nvGrpSpPr>
        <p:grpSpPr>
          <a:xfrm>
            <a:off x="-14400" y="0"/>
            <a:ext cx="12053160" cy="6857280"/>
            <a:chOff x="-14400" y="0"/>
            <a:chExt cx="12053160" cy="6857280"/>
          </a:xfrm>
        </p:grpSpPr>
        <p:grpSp>
          <p:nvGrpSpPr>
            <p:cNvPr id="771" name="Group 8"/>
            <p:cNvGrpSpPr/>
            <p:nvPr/>
          </p:nvGrpSpPr>
          <p:grpSpPr>
            <a:xfrm>
              <a:off x="-14400" y="0"/>
              <a:ext cx="1220400" cy="6857280"/>
              <a:chOff x="-14400" y="0"/>
              <a:chExt cx="1220400" cy="6857280"/>
            </a:xfrm>
          </p:grpSpPr>
          <p:sp>
            <p:nvSpPr>
              <p:cNvPr id="772" name="Rectangle 5"/>
              <p:cNvSpPr/>
              <p:nvPr/>
            </p:nvSpPr>
            <p:spPr>
              <a:xfrm>
                <a:off x="114480" y="468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3" name="Freeform 6"/>
              <p:cNvSpPr/>
              <p:nvPr/>
            </p:nvSpPr>
            <p:spPr>
              <a:xfrm>
                <a:off x="33480" y="217656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4" name="Freeform 7"/>
              <p:cNvSpPr/>
              <p:nvPr/>
            </p:nvSpPr>
            <p:spPr>
              <a:xfrm>
                <a:off x="28440" y="4021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5" name="Freeform 8"/>
              <p:cNvSpPr/>
              <p:nvPr/>
            </p:nvSpPr>
            <p:spPr>
              <a:xfrm>
                <a:off x="200160" y="4680"/>
                <a:ext cx="369000" cy="181044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10440"/>
                  <a:gd name="textAreaBottom" fmla="*/ 1811160 h 181044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6" name="Freeform 9"/>
              <p:cNvSpPr/>
              <p:nvPr/>
            </p:nvSpPr>
            <p:spPr>
              <a:xfrm>
                <a:off x="503280" y="18018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7" name="Freeform 10"/>
              <p:cNvSpPr/>
              <p:nvPr/>
            </p:nvSpPr>
            <p:spPr>
              <a:xfrm>
                <a:off x="285840" y="4680"/>
                <a:ext cx="369000" cy="142956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429560"/>
                  <a:gd name="textAreaBottom" fmla="*/ 1430280 h 142956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8" name="Freeform 11"/>
              <p:cNvSpPr/>
              <p:nvPr/>
            </p:nvSpPr>
            <p:spPr>
              <a:xfrm>
                <a:off x="546120" y="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5960" tIns="45000" rIns="759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9" name="Freeform 12"/>
              <p:cNvSpPr/>
              <p:nvPr/>
            </p:nvSpPr>
            <p:spPr>
              <a:xfrm>
                <a:off x="588960" y="14209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0" name="Freeform 13"/>
              <p:cNvSpPr/>
              <p:nvPr/>
            </p:nvSpPr>
            <p:spPr>
              <a:xfrm>
                <a:off x="588960" y="9032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1" name="Freeform 14"/>
              <p:cNvSpPr/>
              <p:nvPr/>
            </p:nvSpPr>
            <p:spPr>
              <a:xfrm>
                <a:off x="641520" y="0"/>
                <a:ext cx="421560" cy="526320"/>
              </a:xfrm>
              <a:custGeom>
                <a:avLst/>
                <a:gdLst>
                  <a:gd name="textAreaLeft" fmla="*/ 0 w 421560"/>
                  <a:gd name="textAreaRight" fmla="*/ 422280 w 421560"/>
                  <a:gd name="textAreaTop" fmla="*/ 0 h 526320"/>
                  <a:gd name="textAreaBottom" fmla="*/ 527040 h 52632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2" name="Freeform 15"/>
              <p:cNvSpPr/>
              <p:nvPr/>
            </p:nvSpPr>
            <p:spPr>
              <a:xfrm>
                <a:off x="1020600" y="488880"/>
                <a:ext cx="161280" cy="146880"/>
              </a:xfrm>
              <a:custGeom>
                <a:avLst/>
                <a:gdLst>
                  <a:gd name="textAreaLeft" fmla="*/ 0 w 161280"/>
                  <a:gd name="textAreaRight" fmla="*/ 162000 w 161280"/>
                  <a:gd name="textAreaTop" fmla="*/ 0 h 146880"/>
                  <a:gd name="textAreaBottom" fmla="*/ 147600 h 14688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80640" tIns="45000" rIns="8064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3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-44640" rIns="0" bIns="-44640" anchor="t" anchorCtr="1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4" name="Freeform 17"/>
              <p:cNvSpPr/>
              <p:nvPr/>
            </p:nvSpPr>
            <p:spPr>
              <a:xfrm>
                <a:off x="9360" y="1801800"/>
                <a:ext cx="123120" cy="126360"/>
              </a:xfrm>
              <a:custGeom>
                <a:avLst/>
                <a:gdLst>
                  <a:gd name="textAreaLeft" fmla="*/ 0 w 123120"/>
                  <a:gd name="textAreaRight" fmla="*/ 123840 w 123120"/>
                  <a:gd name="textAreaTop" fmla="*/ 0 h 126360"/>
                  <a:gd name="textAreaBottom" fmla="*/ 127080 h 12636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61560" tIns="45000" rIns="615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5" name="Freeform 18"/>
              <p:cNvSpPr/>
              <p:nvPr/>
            </p:nvSpPr>
            <p:spPr>
              <a:xfrm>
                <a:off x="-9360" y="3549600"/>
                <a:ext cx="146880" cy="480240"/>
              </a:xfrm>
              <a:custGeom>
                <a:avLst/>
                <a:gdLst>
                  <a:gd name="textAreaLeft" fmla="*/ 0 w 146880"/>
                  <a:gd name="textAreaRight" fmla="*/ 147600 w 146880"/>
                  <a:gd name="textAreaTop" fmla="*/ 0 h 480240"/>
                  <a:gd name="textAreaBottom" fmla="*/ 480960 h 48024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3440" tIns="45000" rIns="7344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6" name="Freeform 19"/>
              <p:cNvSpPr/>
              <p:nvPr/>
            </p:nvSpPr>
            <p:spPr>
              <a:xfrm>
                <a:off x="128520" y="1382760"/>
                <a:ext cx="142200" cy="475560"/>
              </a:xfrm>
              <a:custGeom>
                <a:avLst/>
                <a:gdLst>
                  <a:gd name="textAreaLeft" fmla="*/ 0 w 142200"/>
                  <a:gd name="textAreaRight" fmla="*/ 142920 w 142200"/>
                  <a:gd name="textAreaTop" fmla="*/ 0 h 475560"/>
                  <a:gd name="textAreaBottom" fmla="*/ 476280 h 47556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1280" tIns="45000" rIns="712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7" name="Freeform 20"/>
              <p:cNvSpPr/>
              <p:nvPr/>
            </p:nvSpPr>
            <p:spPr>
              <a:xfrm>
                <a:off x="204840" y="1849320"/>
                <a:ext cx="113760" cy="107280"/>
              </a:xfrm>
              <a:custGeom>
                <a:avLst/>
                <a:gdLst>
                  <a:gd name="textAreaLeft" fmla="*/ 0 w 113760"/>
                  <a:gd name="textAreaRight" fmla="*/ 114480 w 113760"/>
                  <a:gd name="textAreaTop" fmla="*/ 0 h 107280"/>
                  <a:gd name="textAreaBottom" fmla="*/ 108000 h 10728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56880" tIns="45000" rIns="568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8" name="Rectangle 21"/>
              <p:cNvSpPr/>
              <p:nvPr/>
            </p:nvSpPr>
            <p:spPr>
              <a:xfrm>
                <a:off x="133200" y="466236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9" name="Freeform 22"/>
              <p:cNvSpPr/>
              <p:nvPr/>
            </p:nvSpPr>
            <p:spPr>
              <a:xfrm>
                <a:off x="223920" y="5041800"/>
                <a:ext cx="369000" cy="180108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01080"/>
                  <a:gd name="textAreaBottom" fmla="*/ 1801800 h 180108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0" name="Freeform 23"/>
              <p:cNvSpPr/>
              <p:nvPr/>
            </p:nvSpPr>
            <p:spPr>
              <a:xfrm>
                <a:off x="52560" y="4481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1" name="Freeform 24"/>
              <p:cNvSpPr/>
              <p:nvPr/>
            </p:nvSpPr>
            <p:spPr>
              <a:xfrm>
                <a:off x="-14400" y="5627520"/>
                <a:ext cx="84960" cy="1215360"/>
              </a:xfrm>
              <a:custGeom>
                <a:avLst/>
                <a:gdLst>
                  <a:gd name="textAreaLeft" fmla="*/ 0 w 84960"/>
                  <a:gd name="textAreaRight" fmla="*/ 85680 w 84960"/>
                  <a:gd name="textAreaTop" fmla="*/ 0 h 1215360"/>
                  <a:gd name="textAreaBottom" fmla="*/ 1216080 h 121536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42480" tIns="45000" rIns="42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2" name="Freeform 25"/>
              <p:cNvSpPr/>
              <p:nvPr/>
            </p:nvSpPr>
            <p:spPr>
              <a:xfrm>
                <a:off x="527040" y="4867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3" name="Freeform 26"/>
              <p:cNvSpPr/>
              <p:nvPr/>
            </p:nvSpPr>
            <p:spPr>
              <a:xfrm>
                <a:off x="309600" y="5423040"/>
                <a:ext cx="374040" cy="1424880"/>
              </a:xfrm>
              <a:custGeom>
                <a:avLst/>
                <a:gdLst>
                  <a:gd name="textAreaLeft" fmla="*/ 0 w 374040"/>
                  <a:gd name="textAreaRight" fmla="*/ 374760 w 374040"/>
                  <a:gd name="textAreaTop" fmla="*/ 0 h 1424880"/>
                  <a:gd name="textAreaBottom" fmla="*/ 1425600 h 142488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4" name="Freeform 27"/>
              <p:cNvSpPr/>
              <p:nvPr/>
            </p:nvSpPr>
            <p:spPr>
              <a:xfrm>
                <a:off x="569880" y="594504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5960" tIns="45000" rIns="759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5" name="Freeform 28"/>
              <p:cNvSpPr/>
              <p:nvPr/>
            </p:nvSpPr>
            <p:spPr>
              <a:xfrm>
                <a:off x="612720" y="5246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6" name="Freeform 29"/>
              <p:cNvSpPr/>
              <p:nvPr/>
            </p:nvSpPr>
            <p:spPr>
              <a:xfrm>
                <a:off x="612720" y="57643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7" name="Freeform 30"/>
              <p:cNvSpPr/>
              <p:nvPr/>
            </p:nvSpPr>
            <p:spPr>
              <a:xfrm>
                <a:off x="669960" y="6330960"/>
                <a:ext cx="416880" cy="51696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6960"/>
                  <a:gd name="textAreaBottom" fmla="*/ 517680 h 51696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8" name="Freeform 31"/>
              <p:cNvSpPr/>
              <p:nvPr/>
            </p:nvSpPr>
            <p:spPr>
              <a:xfrm>
                <a:off x="1049400" y="6221520"/>
                <a:ext cx="156600" cy="14688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46880"/>
                  <a:gd name="textAreaBottom" fmla="*/ 147600 h 14688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799" name="Group 9"/>
            <p:cNvGrpSpPr/>
            <p:nvPr/>
          </p:nvGrpSpPr>
          <p:grpSpPr>
            <a:xfrm>
              <a:off x="11364840" y="0"/>
              <a:ext cx="673920" cy="6847920"/>
              <a:chOff x="11364840" y="0"/>
              <a:chExt cx="673920" cy="6847920"/>
            </a:xfrm>
          </p:grpSpPr>
          <p:sp>
            <p:nvSpPr>
              <p:cNvPr id="800" name="Freeform 32"/>
              <p:cNvSpPr/>
              <p:nvPr/>
            </p:nvSpPr>
            <p:spPr>
              <a:xfrm>
                <a:off x="11484000" y="0"/>
                <a:ext cx="416880" cy="51192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1920"/>
                  <a:gd name="textAreaBottom" fmla="*/ 512640 h 51192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1" name="Freeform 33"/>
              <p:cNvSpPr/>
              <p:nvPr/>
            </p:nvSpPr>
            <p:spPr>
              <a:xfrm>
                <a:off x="11364840" y="474840"/>
                <a:ext cx="156600" cy="15156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1560"/>
                  <a:gd name="textAreaBottom" fmla="*/ 152280 h 15156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2" name="Freeform 34"/>
              <p:cNvSpPr/>
              <p:nvPr/>
            </p:nvSpPr>
            <p:spPr>
              <a:xfrm>
                <a:off x="11631600" y="1539720"/>
                <a:ext cx="188280" cy="18972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3" name="Freeform 35"/>
              <p:cNvSpPr/>
              <p:nvPr/>
            </p:nvSpPr>
            <p:spPr>
              <a:xfrm>
                <a:off x="11531520" y="5694480"/>
                <a:ext cx="297720" cy="1153440"/>
              </a:xfrm>
              <a:custGeom>
                <a:avLst/>
                <a:gdLst>
                  <a:gd name="textAreaLeft" fmla="*/ 0 w 297720"/>
                  <a:gd name="textAreaRight" fmla="*/ 298440 w 297720"/>
                  <a:gd name="textAreaTop" fmla="*/ 0 h 1153440"/>
                  <a:gd name="textAreaBottom" fmla="*/ 1154160 h 115344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4" name="Freeform 36"/>
              <p:cNvSpPr/>
              <p:nvPr/>
            </p:nvSpPr>
            <p:spPr>
              <a:xfrm>
                <a:off x="11773080" y="5551560"/>
                <a:ext cx="156600" cy="15480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4800"/>
                  <a:gd name="textAreaBottom" fmla="*/ 155520 h 15480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5" name="Freeform 37"/>
              <p:cNvSpPr/>
              <p:nvPr/>
            </p:nvSpPr>
            <p:spPr>
              <a:xfrm>
                <a:off x="11711160" y="4680"/>
                <a:ext cx="304200" cy="1544040"/>
              </a:xfrm>
              <a:custGeom>
                <a:avLst/>
                <a:gdLst>
                  <a:gd name="textAreaLeft" fmla="*/ 0 w 304200"/>
                  <a:gd name="textAreaRight" fmla="*/ 304920 w 304200"/>
                  <a:gd name="textAreaTop" fmla="*/ 0 h 1544040"/>
                  <a:gd name="textAreaBottom" fmla="*/ 1544760 h 154404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6" name="Freeform 38"/>
              <p:cNvSpPr/>
              <p:nvPr/>
            </p:nvSpPr>
            <p:spPr>
              <a:xfrm>
                <a:off x="11636280" y="4867200"/>
                <a:ext cx="188280" cy="18828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7" name="Freeform 39"/>
              <p:cNvSpPr/>
              <p:nvPr/>
            </p:nvSpPr>
            <p:spPr>
              <a:xfrm>
                <a:off x="11441160" y="5046840"/>
                <a:ext cx="307080" cy="1801080"/>
              </a:xfrm>
              <a:custGeom>
                <a:avLst/>
                <a:gdLst>
                  <a:gd name="textAreaLeft" fmla="*/ 0 w 307080"/>
                  <a:gd name="textAreaRight" fmla="*/ 307800 w 307080"/>
                  <a:gd name="textAreaTop" fmla="*/ 0 h 1801080"/>
                  <a:gd name="textAreaBottom" fmla="*/ 1801800 h 180108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8" name="Freeform 40"/>
              <p:cNvSpPr/>
              <p:nvPr/>
            </p:nvSpPr>
            <p:spPr>
              <a:xfrm>
                <a:off x="11849040" y="641664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9" name="Rectangle 41"/>
              <p:cNvSpPr/>
              <p:nvPr/>
            </p:nvSpPr>
            <p:spPr>
              <a:xfrm>
                <a:off x="11939760" y="6595920"/>
                <a:ext cx="23040" cy="251640"/>
              </a:xfrm>
              <a:prstGeom prst="rect">
                <a:avLst/>
              </a:pr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810" name="PlaceHolder 1"/>
          <p:cNvSpPr>
            <a:spLocks noGrp="1"/>
          </p:cNvSpPr>
          <p:nvPr>
            <p:ph type="title"/>
          </p:nvPr>
        </p:nvSpPr>
        <p:spPr>
          <a:xfrm>
            <a:off x="1141560" y="618480"/>
            <a:ext cx="9905400" cy="1477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title style</a:t>
            </a:r>
          </a:p>
        </p:txBody>
      </p:sp>
      <p:sp>
        <p:nvSpPr>
          <p:cNvPr id="811" name="PlaceHolder 2"/>
          <p:cNvSpPr>
            <a:spLocks noGrp="1"/>
          </p:cNvSpPr>
          <p:nvPr>
            <p:ph type="body"/>
          </p:nvPr>
        </p:nvSpPr>
        <p:spPr>
          <a:xfrm>
            <a:off x="1141560" y="2249640"/>
            <a:ext cx="9905400" cy="35409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  <a:lvl2pPr lvl="1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2pPr>
            <a:lvl3pPr lvl="2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3pPr>
            <a:lvl4pPr lvl="3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4pPr>
            <a:lvl5pPr lvl="4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5pPr>
          </a:lstStyle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</a:p>
          <a:p>
            <a:pPr marL="685800" lvl="1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Second level</a:t>
            </a:r>
          </a:p>
          <a:p>
            <a:pPr marL="1143000" lvl="2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Third level</a:t>
            </a:r>
          </a:p>
          <a:p>
            <a:pPr marL="1600200" lvl="3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Fourth level</a:t>
            </a:r>
          </a:p>
          <a:p>
            <a:pPr marL="2057400" lvl="4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Fifth level</a:t>
            </a:r>
          </a:p>
        </p:txBody>
      </p:sp>
      <p:sp>
        <p:nvSpPr>
          <p:cNvPr id="812" name="PlaceHolder 3"/>
          <p:cNvSpPr>
            <a:spLocks noGrp="1"/>
          </p:cNvSpPr>
          <p:nvPr>
            <p:ph type="dt" idx="46"/>
          </p:nvPr>
        </p:nvSpPr>
        <p:spPr>
          <a:xfrm>
            <a:off x="7457040" y="58831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&lt;date/time&gt;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3" name="PlaceHolder 4"/>
          <p:cNvSpPr>
            <a:spLocks noGrp="1"/>
          </p:cNvSpPr>
          <p:nvPr>
            <p:ph type="ftr" idx="47"/>
          </p:nvPr>
        </p:nvSpPr>
        <p:spPr>
          <a:xfrm>
            <a:off x="1141560" y="588312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814" name="PlaceHolder 5"/>
          <p:cNvSpPr>
            <a:spLocks noGrp="1"/>
          </p:cNvSpPr>
          <p:nvPr>
            <p:ph type="sldNum" idx="48"/>
          </p:nvPr>
        </p:nvSpPr>
        <p:spPr>
          <a:xfrm>
            <a:off x="10276200" y="5883120"/>
            <a:ext cx="7704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DDF7C8E6-E060-4DC7-9097-D531AC077B5E}" type="slidenum"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‹#›</a:t>
            </a:fld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5" name="Picture 2" descr="\\DROBO-FS\QuickDrops\JB\PPTX NG\Droplets\LightingOverlay.png"/>
          <p:cNvPicPr/>
          <p:nvPr/>
        </p:nvPicPr>
        <p:blipFill>
          <a:blip r:embed="rId2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816" name="Group 7"/>
          <p:cNvGrpSpPr/>
          <p:nvPr/>
        </p:nvGrpSpPr>
        <p:grpSpPr>
          <a:xfrm>
            <a:off x="-14400" y="0"/>
            <a:ext cx="12053160" cy="6857280"/>
            <a:chOff x="-14400" y="0"/>
            <a:chExt cx="12053160" cy="6857280"/>
          </a:xfrm>
        </p:grpSpPr>
        <p:grpSp>
          <p:nvGrpSpPr>
            <p:cNvPr id="817" name="Group 8"/>
            <p:cNvGrpSpPr/>
            <p:nvPr/>
          </p:nvGrpSpPr>
          <p:grpSpPr>
            <a:xfrm>
              <a:off x="-14400" y="0"/>
              <a:ext cx="1220400" cy="6857280"/>
              <a:chOff x="-14400" y="0"/>
              <a:chExt cx="1220400" cy="6857280"/>
            </a:xfrm>
          </p:grpSpPr>
          <p:sp>
            <p:nvSpPr>
              <p:cNvPr id="818" name="Rectangle 5"/>
              <p:cNvSpPr/>
              <p:nvPr/>
            </p:nvSpPr>
            <p:spPr>
              <a:xfrm>
                <a:off x="114480" y="468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19" name="Freeform 6"/>
              <p:cNvSpPr/>
              <p:nvPr/>
            </p:nvSpPr>
            <p:spPr>
              <a:xfrm>
                <a:off x="33480" y="217656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0" name="Freeform 7"/>
              <p:cNvSpPr/>
              <p:nvPr/>
            </p:nvSpPr>
            <p:spPr>
              <a:xfrm>
                <a:off x="28440" y="4021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1" name="Freeform 8"/>
              <p:cNvSpPr/>
              <p:nvPr/>
            </p:nvSpPr>
            <p:spPr>
              <a:xfrm>
                <a:off x="200160" y="4680"/>
                <a:ext cx="369000" cy="181044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10440"/>
                  <a:gd name="textAreaBottom" fmla="*/ 1811160 h 181044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2" name="Freeform 9"/>
              <p:cNvSpPr/>
              <p:nvPr/>
            </p:nvSpPr>
            <p:spPr>
              <a:xfrm>
                <a:off x="503280" y="18018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3" name="Freeform 10"/>
              <p:cNvSpPr/>
              <p:nvPr/>
            </p:nvSpPr>
            <p:spPr>
              <a:xfrm>
                <a:off x="285840" y="4680"/>
                <a:ext cx="369000" cy="142956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429560"/>
                  <a:gd name="textAreaBottom" fmla="*/ 1430280 h 142956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4" name="Freeform 11"/>
              <p:cNvSpPr/>
              <p:nvPr/>
            </p:nvSpPr>
            <p:spPr>
              <a:xfrm>
                <a:off x="546120" y="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5960" tIns="45000" rIns="759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5" name="Freeform 12"/>
              <p:cNvSpPr/>
              <p:nvPr/>
            </p:nvSpPr>
            <p:spPr>
              <a:xfrm>
                <a:off x="588960" y="14209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6" name="Freeform 13"/>
              <p:cNvSpPr/>
              <p:nvPr/>
            </p:nvSpPr>
            <p:spPr>
              <a:xfrm>
                <a:off x="588960" y="9032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7" name="Freeform 14"/>
              <p:cNvSpPr/>
              <p:nvPr/>
            </p:nvSpPr>
            <p:spPr>
              <a:xfrm>
                <a:off x="641520" y="0"/>
                <a:ext cx="421560" cy="526320"/>
              </a:xfrm>
              <a:custGeom>
                <a:avLst/>
                <a:gdLst>
                  <a:gd name="textAreaLeft" fmla="*/ 0 w 421560"/>
                  <a:gd name="textAreaRight" fmla="*/ 422280 w 421560"/>
                  <a:gd name="textAreaTop" fmla="*/ 0 h 526320"/>
                  <a:gd name="textAreaBottom" fmla="*/ 527040 h 52632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8" name="Freeform 15"/>
              <p:cNvSpPr/>
              <p:nvPr/>
            </p:nvSpPr>
            <p:spPr>
              <a:xfrm>
                <a:off x="1020600" y="488880"/>
                <a:ext cx="161280" cy="146880"/>
              </a:xfrm>
              <a:custGeom>
                <a:avLst/>
                <a:gdLst>
                  <a:gd name="textAreaLeft" fmla="*/ 0 w 161280"/>
                  <a:gd name="textAreaRight" fmla="*/ 162000 w 161280"/>
                  <a:gd name="textAreaTop" fmla="*/ 0 h 146880"/>
                  <a:gd name="textAreaBottom" fmla="*/ 147600 h 14688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80640" tIns="45000" rIns="8064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9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-44640" rIns="0" bIns="-44640" anchor="t" anchorCtr="1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0" name="Freeform 17"/>
              <p:cNvSpPr/>
              <p:nvPr/>
            </p:nvSpPr>
            <p:spPr>
              <a:xfrm>
                <a:off x="9360" y="1801800"/>
                <a:ext cx="123120" cy="126360"/>
              </a:xfrm>
              <a:custGeom>
                <a:avLst/>
                <a:gdLst>
                  <a:gd name="textAreaLeft" fmla="*/ 0 w 123120"/>
                  <a:gd name="textAreaRight" fmla="*/ 123840 w 123120"/>
                  <a:gd name="textAreaTop" fmla="*/ 0 h 126360"/>
                  <a:gd name="textAreaBottom" fmla="*/ 127080 h 12636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61560" tIns="45000" rIns="615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1" name="Freeform 18"/>
              <p:cNvSpPr/>
              <p:nvPr/>
            </p:nvSpPr>
            <p:spPr>
              <a:xfrm>
                <a:off x="-9360" y="3549600"/>
                <a:ext cx="146880" cy="480240"/>
              </a:xfrm>
              <a:custGeom>
                <a:avLst/>
                <a:gdLst>
                  <a:gd name="textAreaLeft" fmla="*/ 0 w 146880"/>
                  <a:gd name="textAreaRight" fmla="*/ 147600 w 146880"/>
                  <a:gd name="textAreaTop" fmla="*/ 0 h 480240"/>
                  <a:gd name="textAreaBottom" fmla="*/ 480960 h 48024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3440" tIns="45000" rIns="7344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2" name="Freeform 19"/>
              <p:cNvSpPr/>
              <p:nvPr/>
            </p:nvSpPr>
            <p:spPr>
              <a:xfrm>
                <a:off x="128520" y="1382760"/>
                <a:ext cx="142200" cy="475560"/>
              </a:xfrm>
              <a:custGeom>
                <a:avLst/>
                <a:gdLst>
                  <a:gd name="textAreaLeft" fmla="*/ 0 w 142200"/>
                  <a:gd name="textAreaRight" fmla="*/ 142920 w 142200"/>
                  <a:gd name="textAreaTop" fmla="*/ 0 h 475560"/>
                  <a:gd name="textAreaBottom" fmla="*/ 476280 h 47556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1280" tIns="45000" rIns="712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3" name="Freeform 20"/>
              <p:cNvSpPr/>
              <p:nvPr/>
            </p:nvSpPr>
            <p:spPr>
              <a:xfrm>
                <a:off x="204840" y="1849320"/>
                <a:ext cx="113760" cy="107280"/>
              </a:xfrm>
              <a:custGeom>
                <a:avLst/>
                <a:gdLst>
                  <a:gd name="textAreaLeft" fmla="*/ 0 w 113760"/>
                  <a:gd name="textAreaRight" fmla="*/ 114480 w 113760"/>
                  <a:gd name="textAreaTop" fmla="*/ 0 h 107280"/>
                  <a:gd name="textAreaBottom" fmla="*/ 108000 h 10728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56880" tIns="45000" rIns="568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4" name="Rectangle 21"/>
              <p:cNvSpPr/>
              <p:nvPr/>
            </p:nvSpPr>
            <p:spPr>
              <a:xfrm>
                <a:off x="133200" y="466236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5" name="Freeform 22"/>
              <p:cNvSpPr/>
              <p:nvPr/>
            </p:nvSpPr>
            <p:spPr>
              <a:xfrm>
                <a:off x="223920" y="5041800"/>
                <a:ext cx="369000" cy="180108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01080"/>
                  <a:gd name="textAreaBottom" fmla="*/ 1801800 h 180108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6" name="Freeform 23"/>
              <p:cNvSpPr/>
              <p:nvPr/>
            </p:nvSpPr>
            <p:spPr>
              <a:xfrm>
                <a:off x="52560" y="4481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7" name="Freeform 24"/>
              <p:cNvSpPr/>
              <p:nvPr/>
            </p:nvSpPr>
            <p:spPr>
              <a:xfrm>
                <a:off x="-14400" y="5627520"/>
                <a:ext cx="84960" cy="1215360"/>
              </a:xfrm>
              <a:custGeom>
                <a:avLst/>
                <a:gdLst>
                  <a:gd name="textAreaLeft" fmla="*/ 0 w 84960"/>
                  <a:gd name="textAreaRight" fmla="*/ 85680 w 84960"/>
                  <a:gd name="textAreaTop" fmla="*/ 0 h 1215360"/>
                  <a:gd name="textAreaBottom" fmla="*/ 1216080 h 121536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42480" tIns="45000" rIns="42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8" name="Freeform 25"/>
              <p:cNvSpPr/>
              <p:nvPr/>
            </p:nvSpPr>
            <p:spPr>
              <a:xfrm>
                <a:off x="527040" y="4867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9" name="Freeform 26"/>
              <p:cNvSpPr/>
              <p:nvPr/>
            </p:nvSpPr>
            <p:spPr>
              <a:xfrm>
                <a:off x="309600" y="5423040"/>
                <a:ext cx="374040" cy="1424880"/>
              </a:xfrm>
              <a:custGeom>
                <a:avLst/>
                <a:gdLst>
                  <a:gd name="textAreaLeft" fmla="*/ 0 w 374040"/>
                  <a:gd name="textAreaRight" fmla="*/ 374760 w 374040"/>
                  <a:gd name="textAreaTop" fmla="*/ 0 h 1424880"/>
                  <a:gd name="textAreaBottom" fmla="*/ 1425600 h 142488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0" name="Freeform 27"/>
              <p:cNvSpPr/>
              <p:nvPr/>
            </p:nvSpPr>
            <p:spPr>
              <a:xfrm>
                <a:off x="569880" y="594504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5960" tIns="45000" rIns="759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1" name="Freeform 28"/>
              <p:cNvSpPr/>
              <p:nvPr/>
            </p:nvSpPr>
            <p:spPr>
              <a:xfrm>
                <a:off x="612720" y="5246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2" name="Freeform 29"/>
              <p:cNvSpPr/>
              <p:nvPr/>
            </p:nvSpPr>
            <p:spPr>
              <a:xfrm>
                <a:off x="612720" y="57643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3" name="Freeform 30"/>
              <p:cNvSpPr/>
              <p:nvPr/>
            </p:nvSpPr>
            <p:spPr>
              <a:xfrm>
                <a:off x="669960" y="6330960"/>
                <a:ext cx="416880" cy="51696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6960"/>
                  <a:gd name="textAreaBottom" fmla="*/ 517680 h 51696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4" name="Freeform 31"/>
              <p:cNvSpPr/>
              <p:nvPr/>
            </p:nvSpPr>
            <p:spPr>
              <a:xfrm>
                <a:off x="1049400" y="6221520"/>
                <a:ext cx="156600" cy="14688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46880"/>
                  <a:gd name="textAreaBottom" fmla="*/ 147600 h 14688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845" name="Group 9"/>
            <p:cNvGrpSpPr/>
            <p:nvPr/>
          </p:nvGrpSpPr>
          <p:grpSpPr>
            <a:xfrm>
              <a:off x="11364840" y="0"/>
              <a:ext cx="673920" cy="6847920"/>
              <a:chOff x="11364840" y="0"/>
              <a:chExt cx="673920" cy="6847920"/>
            </a:xfrm>
          </p:grpSpPr>
          <p:sp>
            <p:nvSpPr>
              <p:cNvPr id="846" name="Freeform 32"/>
              <p:cNvSpPr/>
              <p:nvPr/>
            </p:nvSpPr>
            <p:spPr>
              <a:xfrm>
                <a:off x="11484000" y="0"/>
                <a:ext cx="416880" cy="51192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1920"/>
                  <a:gd name="textAreaBottom" fmla="*/ 512640 h 51192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7" name="Freeform 33"/>
              <p:cNvSpPr/>
              <p:nvPr/>
            </p:nvSpPr>
            <p:spPr>
              <a:xfrm>
                <a:off x="11364840" y="474840"/>
                <a:ext cx="156600" cy="15156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1560"/>
                  <a:gd name="textAreaBottom" fmla="*/ 152280 h 15156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8" name="Freeform 34"/>
              <p:cNvSpPr/>
              <p:nvPr/>
            </p:nvSpPr>
            <p:spPr>
              <a:xfrm>
                <a:off x="11631600" y="1539720"/>
                <a:ext cx="188280" cy="18972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9" name="Freeform 35"/>
              <p:cNvSpPr/>
              <p:nvPr/>
            </p:nvSpPr>
            <p:spPr>
              <a:xfrm>
                <a:off x="11531520" y="5694480"/>
                <a:ext cx="297720" cy="1153440"/>
              </a:xfrm>
              <a:custGeom>
                <a:avLst/>
                <a:gdLst>
                  <a:gd name="textAreaLeft" fmla="*/ 0 w 297720"/>
                  <a:gd name="textAreaRight" fmla="*/ 298440 w 297720"/>
                  <a:gd name="textAreaTop" fmla="*/ 0 h 1153440"/>
                  <a:gd name="textAreaBottom" fmla="*/ 1154160 h 115344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0" name="Freeform 36"/>
              <p:cNvSpPr/>
              <p:nvPr/>
            </p:nvSpPr>
            <p:spPr>
              <a:xfrm>
                <a:off x="11773080" y="5551560"/>
                <a:ext cx="156600" cy="15480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4800"/>
                  <a:gd name="textAreaBottom" fmla="*/ 155520 h 15480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1" name="Freeform 37"/>
              <p:cNvSpPr/>
              <p:nvPr/>
            </p:nvSpPr>
            <p:spPr>
              <a:xfrm>
                <a:off x="11711160" y="4680"/>
                <a:ext cx="304200" cy="1544040"/>
              </a:xfrm>
              <a:custGeom>
                <a:avLst/>
                <a:gdLst>
                  <a:gd name="textAreaLeft" fmla="*/ 0 w 304200"/>
                  <a:gd name="textAreaRight" fmla="*/ 304920 w 304200"/>
                  <a:gd name="textAreaTop" fmla="*/ 0 h 1544040"/>
                  <a:gd name="textAreaBottom" fmla="*/ 1544760 h 154404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2" name="Freeform 38"/>
              <p:cNvSpPr/>
              <p:nvPr/>
            </p:nvSpPr>
            <p:spPr>
              <a:xfrm>
                <a:off x="11636280" y="4867200"/>
                <a:ext cx="188280" cy="18828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3" name="Freeform 39"/>
              <p:cNvSpPr/>
              <p:nvPr/>
            </p:nvSpPr>
            <p:spPr>
              <a:xfrm>
                <a:off x="11441160" y="5046840"/>
                <a:ext cx="307080" cy="1801080"/>
              </a:xfrm>
              <a:custGeom>
                <a:avLst/>
                <a:gdLst>
                  <a:gd name="textAreaLeft" fmla="*/ 0 w 307080"/>
                  <a:gd name="textAreaRight" fmla="*/ 307800 w 307080"/>
                  <a:gd name="textAreaTop" fmla="*/ 0 h 1801080"/>
                  <a:gd name="textAreaBottom" fmla="*/ 1801800 h 180108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4" name="Freeform 40"/>
              <p:cNvSpPr/>
              <p:nvPr/>
            </p:nvSpPr>
            <p:spPr>
              <a:xfrm>
                <a:off x="11849040" y="641664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5" name="Rectangle 41"/>
              <p:cNvSpPr/>
              <p:nvPr/>
            </p:nvSpPr>
            <p:spPr>
              <a:xfrm>
                <a:off x="11939760" y="6595920"/>
                <a:ext cx="23040" cy="251640"/>
              </a:xfrm>
              <a:prstGeom prst="rect">
                <a:avLst/>
              </a:pr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856" name="PlaceHolder 1"/>
          <p:cNvSpPr>
            <a:spLocks noGrp="1"/>
          </p:cNvSpPr>
          <p:nvPr>
            <p:ph type="title"/>
          </p:nvPr>
        </p:nvSpPr>
        <p:spPr>
          <a:xfrm>
            <a:off x="9042480" y="609480"/>
            <a:ext cx="2004120" cy="51807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title style</a:t>
            </a:r>
          </a:p>
        </p:txBody>
      </p:sp>
      <p:sp>
        <p:nvSpPr>
          <p:cNvPr id="857" name="PlaceHolder 2"/>
          <p:cNvSpPr>
            <a:spLocks noGrp="1"/>
          </p:cNvSpPr>
          <p:nvPr>
            <p:ph type="body"/>
          </p:nvPr>
        </p:nvSpPr>
        <p:spPr>
          <a:xfrm>
            <a:off x="1141560" y="609480"/>
            <a:ext cx="7747920" cy="51807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  <a:lvl2pPr lvl="1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2pPr>
            <a:lvl3pPr lvl="2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3pPr>
            <a:lvl4pPr lvl="3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4pPr>
            <a:lvl5pPr lvl="4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5pPr>
          </a:lstStyle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</a:p>
          <a:p>
            <a:pPr marL="685800" lvl="1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Second level</a:t>
            </a:r>
          </a:p>
          <a:p>
            <a:pPr marL="1143000" lvl="2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Third level</a:t>
            </a:r>
          </a:p>
          <a:p>
            <a:pPr marL="1600200" lvl="3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Fourth level</a:t>
            </a:r>
          </a:p>
          <a:p>
            <a:pPr marL="2057400" lvl="4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Fifth level</a:t>
            </a:r>
          </a:p>
        </p:txBody>
      </p:sp>
      <p:sp>
        <p:nvSpPr>
          <p:cNvPr id="858" name="PlaceHolder 3"/>
          <p:cNvSpPr>
            <a:spLocks noGrp="1"/>
          </p:cNvSpPr>
          <p:nvPr>
            <p:ph type="dt" idx="49"/>
          </p:nvPr>
        </p:nvSpPr>
        <p:spPr>
          <a:xfrm>
            <a:off x="7457040" y="58831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&lt;date/time&gt;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9" name="PlaceHolder 4"/>
          <p:cNvSpPr>
            <a:spLocks noGrp="1"/>
          </p:cNvSpPr>
          <p:nvPr>
            <p:ph type="ftr" idx="50"/>
          </p:nvPr>
        </p:nvSpPr>
        <p:spPr>
          <a:xfrm>
            <a:off x="1141560" y="588312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860" name="PlaceHolder 5"/>
          <p:cNvSpPr>
            <a:spLocks noGrp="1"/>
          </p:cNvSpPr>
          <p:nvPr>
            <p:ph type="sldNum" idx="51"/>
          </p:nvPr>
        </p:nvSpPr>
        <p:spPr>
          <a:xfrm>
            <a:off x="10276200" y="5883120"/>
            <a:ext cx="7704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B75A4F84-96C2-4F5A-8530-E0CA8DD1AA5D}" type="slidenum"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‹#›</a:t>
            </a:fld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1" name="Picture 2" descr="\\DROBO-FS\QuickDrops\JB\PPTX NG\Droplets\LightingOverlay.png"/>
          <p:cNvPicPr/>
          <p:nvPr/>
        </p:nvPicPr>
        <p:blipFill>
          <a:blip r:embed="rId2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862" name="Group 7"/>
          <p:cNvGrpSpPr/>
          <p:nvPr/>
        </p:nvGrpSpPr>
        <p:grpSpPr>
          <a:xfrm>
            <a:off x="-14400" y="0"/>
            <a:ext cx="12053160" cy="6857280"/>
            <a:chOff x="-14400" y="0"/>
            <a:chExt cx="12053160" cy="6857280"/>
          </a:xfrm>
        </p:grpSpPr>
        <p:grpSp>
          <p:nvGrpSpPr>
            <p:cNvPr id="863" name="Group 8"/>
            <p:cNvGrpSpPr/>
            <p:nvPr/>
          </p:nvGrpSpPr>
          <p:grpSpPr>
            <a:xfrm>
              <a:off x="-14400" y="0"/>
              <a:ext cx="1220400" cy="6857280"/>
              <a:chOff x="-14400" y="0"/>
              <a:chExt cx="1220400" cy="6857280"/>
            </a:xfrm>
          </p:grpSpPr>
          <p:sp>
            <p:nvSpPr>
              <p:cNvPr id="864" name="Rectangle 5"/>
              <p:cNvSpPr/>
              <p:nvPr/>
            </p:nvSpPr>
            <p:spPr>
              <a:xfrm>
                <a:off x="114480" y="468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5" name="Freeform 6"/>
              <p:cNvSpPr/>
              <p:nvPr/>
            </p:nvSpPr>
            <p:spPr>
              <a:xfrm>
                <a:off x="33480" y="217656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6" name="Freeform 7"/>
              <p:cNvSpPr/>
              <p:nvPr/>
            </p:nvSpPr>
            <p:spPr>
              <a:xfrm>
                <a:off x="28440" y="4021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7" name="Freeform 8"/>
              <p:cNvSpPr/>
              <p:nvPr/>
            </p:nvSpPr>
            <p:spPr>
              <a:xfrm>
                <a:off x="200160" y="4680"/>
                <a:ext cx="369000" cy="181044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10440"/>
                  <a:gd name="textAreaBottom" fmla="*/ 1811160 h 181044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8" name="Freeform 9"/>
              <p:cNvSpPr/>
              <p:nvPr/>
            </p:nvSpPr>
            <p:spPr>
              <a:xfrm>
                <a:off x="503280" y="18018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9" name="Freeform 10"/>
              <p:cNvSpPr/>
              <p:nvPr/>
            </p:nvSpPr>
            <p:spPr>
              <a:xfrm>
                <a:off x="285840" y="4680"/>
                <a:ext cx="369000" cy="142956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429560"/>
                  <a:gd name="textAreaBottom" fmla="*/ 1430280 h 142956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0" name="Freeform 11"/>
              <p:cNvSpPr/>
              <p:nvPr/>
            </p:nvSpPr>
            <p:spPr>
              <a:xfrm>
                <a:off x="546120" y="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5960" tIns="45000" rIns="759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1" name="Freeform 12"/>
              <p:cNvSpPr/>
              <p:nvPr/>
            </p:nvSpPr>
            <p:spPr>
              <a:xfrm>
                <a:off x="588960" y="14209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2" name="Freeform 13"/>
              <p:cNvSpPr/>
              <p:nvPr/>
            </p:nvSpPr>
            <p:spPr>
              <a:xfrm>
                <a:off x="588960" y="9032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3" name="Freeform 14"/>
              <p:cNvSpPr/>
              <p:nvPr/>
            </p:nvSpPr>
            <p:spPr>
              <a:xfrm>
                <a:off x="641520" y="0"/>
                <a:ext cx="421560" cy="526320"/>
              </a:xfrm>
              <a:custGeom>
                <a:avLst/>
                <a:gdLst>
                  <a:gd name="textAreaLeft" fmla="*/ 0 w 421560"/>
                  <a:gd name="textAreaRight" fmla="*/ 422280 w 421560"/>
                  <a:gd name="textAreaTop" fmla="*/ 0 h 526320"/>
                  <a:gd name="textAreaBottom" fmla="*/ 527040 h 52632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4" name="Freeform 15"/>
              <p:cNvSpPr/>
              <p:nvPr/>
            </p:nvSpPr>
            <p:spPr>
              <a:xfrm>
                <a:off x="1020600" y="488880"/>
                <a:ext cx="161280" cy="146880"/>
              </a:xfrm>
              <a:custGeom>
                <a:avLst/>
                <a:gdLst>
                  <a:gd name="textAreaLeft" fmla="*/ 0 w 161280"/>
                  <a:gd name="textAreaRight" fmla="*/ 162000 w 161280"/>
                  <a:gd name="textAreaTop" fmla="*/ 0 h 146880"/>
                  <a:gd name="textAreaBottom" fmla="*/ 147600 h 14688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80640" tIns="45000" rIns="8064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5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-44640" rIns="0" bIns="-44640" anchor="t" anchorCtr="1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6" name="Freeform 17"/>
              <p:cNvSpPr/>
              <p:nvPr/>
            </p:nvSpPr>
            <p:spPr>
              <a:xfrm>
                <a:off x="9360" y="1801800"/>
                <a:ext cx="123120" cy="126360"/>
              </a:xfrm>
              <a:custGeom>
                <a:avLst/>
                <a:gdLst>
                  <a:gd name="textAreaLeft" fmla="*/ 0 w 123120"/>
                  <a:gd name="textAreaRight" fmla="*/ 123840 w 123120"/>
                  <a:gd name="textAreaTop" fmla="*/ 0 h 126360"/>
                  <a:gd name="textAreaBottom" fmla="*/ 127080 h 12636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61560" tIns="45000" rIns="615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7" name="Freeform 18"/>
              <p:cNvSpPr/>
              <p:nvPr/>
            </p:nvSpPr>
            <p:spPr>
              <a:xfrm>
                <a:off x="-9360" y="3549600"/>
                <a:ext cx="146880" cy="480240"/>
              </a:xfrm>
              <a:custGeom>
                <a:avLst/>
                <a:gdLst>
                  <a:gd name="textAreaLeft" fmla="*/ 0 w 146880"/>
                  <a:gd name="textAreaRight" fmla="*/ 147600 w 146880"/>
                  <a:gd name="textAreaTop" fmla="*/ 0 h 480240"/>
                  <a:gd name="textAreaBottom" fmla="*/ 480960 h 48024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3440" tIns="45000" rIns="7344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8" name="Freeform 19"/>
              <p:cNvSpPr/>
              <p:nvPr/>
            </p:nvSpPr>
            <p:spPr>
              <a:xfrm>
                <a:off x="128520" y="1382760"/>
                <a:ext cx="142200" cy="475560"/>
              </a:xfrm>
              <a:custGeom>
                <a:avLst/>
                <a:gdLst>
                  <a:gd name="textAreaLeft" fmla="*/ 0 w 142200"/>
                  <a:gd name="textAreaRight" fmla="*/ 142920 w 142200"/>
                  <a:gd name="textAreaTop" fmla="*/ 0 h 475560"/>
                  <a:gd name="textAreaBottom" fmla="*/ 476280 h 47556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1280" tIns="45000" rIns="712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9" name="Freeform 20"/>
              <p:cNvSpPr/>
              <p:nvPr/>
            </p:nvSpPr>
            <p:spPr>
              <a:xfrm>
                <a:off x="204840" y="1849320"/>
                <a:ext cx="113760" cy="107280"/>
              </a:xfrm>
              <a:custGeom>
                <a:avLst/>
                <a:gdLst>
                  <a:gd name="textAreaLeft" fmla="*/ 0 w 113760"/>
                  <a:gd name="textAreaRight" fmla="*/ 114480 w 113760"/>
                  <a:gd name="textAreaTop" fmla="*/ 0 h 107280"/>
                  <a:gd name="textAreaBottom" fmla="*/ 108000 h 10728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56880" tIns="45000" rIns="568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0" name="Rectangle 21"/>
              <p:cNvSpPr/>
              <p:nvPr/>
            </p:nvSpPr>
            <p:spPr>
              <a:xfrm>
                <a:off x="133200" y="466236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1" name="Freeform 22"/>
              <p:cNvSpPr/>
              <p:nvPr/>
            </p:nvSpPr>
            <p:spPr>
              <a:xfrm>
                <a:off x="223920" y="5041800"/>
                <a:ext cx="369000" cy="180108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01080"/>
                  <a:gd name="textAreaBottom" fmla="*/ 1801800 h 180108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2" name="Freeform 23"/>
              <p:cNvSpPr/>
              <p:nvPr/>
            </p:nvSpPr>
            <p:spPr>
              <a:xfrm>
                <a:off x="52560" y="4481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3" name="Freeform 24"/>
              <p:cNvSpPr/>
              <p:nvPr/>
            </p:nvSpPr>
            <p:spPr>
              <a:xfrm>
                <a:off x="-14400" y="5627520"/>
                <a:ext cx="84960" cy="1215360"/>
              </a:xfrm>
              <a:custGeom>
                <a:avLst/>
                <a:gdLst>
                  <a:gd name="textAreaLeft" fmla="*/ 0 w 84960"/>
                  <a:gd name="textAreaRight" fmla="*/ 85680 w 84960"/>
                  <a:gd name="textAreaTop" fmla="*/ 0 h 1215360"/>
                  <a:gd name="textAreaBottom" fmla="*/ 1216080 h 121536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42480" tIns="45000" rIns="42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4" name="Freeform 25"/>
              <p:cNvSpPr/>
              <p:nvPr/>
            </p:nvSpPr>
            <p:spPr>
              <a:xfrm>
                <a:off x="527040" y="4867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5" name="Freeform 26"/>
              <p:cNvSpPr/>
              <p:nvPr/>
            </p:nvSpPr>
            <p:spPr>
              <a:xfrm>
                <a:off x="309600" y="5423040"/>
                <a:ext cx="374040" cy="1424880"/>
              </a:xfrm>
              <a:custGeom>
                <a:avLst/>
                <a:gdLst>
                  <a:gd name="textAreaLeft" fmla="*/ 0 w 374040"/>
                  <a:gd name="textAreaRight" fmla="*/ 374760 w 374040"/>
                  <a:gd name="textAreaTop" fmla="*/ 0 h 1424880"/>
                  <a:gd name="textAreaBottom" fmla="*/ 1425600 h 142488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6" name="Freeform 27"/>
              <p:cNvSpPr/>
              <p:nvPr/>
            </p:nvSpPr>
            <p:spPr>
              <a:xfrm>
                <a:off x="569880" y="594504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5960" tIns="45000" rIns="759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7" name="Freeform 28"/>
              <p:cNvSpPr/>
              <p:nvPr/>
            </p:nvSpPr>
            <p:spPr>
              <a:xfrm>
                <a:off x="612720" y="5246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8" name="Freeform 29"/>
              <p:cNvSpPr/>
              <p:nvPr/>
            </p:nvSpPr>
            <p:spPr>
              <a:xfrm>
                <a:off x="612720" y="57643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9" name="Freeform 30"/>
              <p:cNvSpPr/>
              <p:nvPr/>
            </p:nvSpPr>
            <p:spPr>
              <a:xfrm>
                <a:off x="669960" y="6330960"/>
                <a:ext cx="416880" cy="51696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6960"/>
                  <a:gd name="textAreaBottom" fmla="*/ 517680 h 51696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0" name="Freeform 31"/>
              <p:cNvSpPr/>
              <p:nvPr/>
            </p:nvSpPr>
            <p:spPr>
              <a:xfrm>
                <a:off x="1049400" y="6221520"/>
                <a:ext cx="156600" cy="14688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46880"/>
                  <a:gd name="textAreaBottom" fmla="*/ 147600 h 14688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891" name="Group 9"/>
            <p:cNvGrpSpPr/>
            <p:nvPr/>
          </p:nvGrpSpPr>
          <p:grpSpPr>
            <a:xfrm>
              <a:off x="11364840" y="0"/>
              <a:ext cx="673920" cy="6847920"/>
              <a:chOff x="11364840" y="0"/>
              <a:chExt cx="673920" cy="6847920"/>
            </a:xfrm>
          </p:grpSpPr>
          <p:sp>
            <p:nvSpPr>
              <p:cNvPr id="892" name="Freeform 32"/>
              <p:cNvSpPr/>
              <p:nvPr/>
            </p:nvSpPr>
            <p:spPr>
              <a:xfrm>
                <a:off x="11484000" y="0"/>
                <a:ext cx="416880" cy="51192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1920"/>
                  <a:gd name="textAreaBottom" fmla="*/ 512640 h 51192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3" name="Freeform 33"/>
              <p:cNvSpPr/>
              <p:nvPr/>
            </p:nvSpPr>
            <p:spPr>
              <a:xfrm>
                <a:off x="11364840" y="474840"/>
                <a:ext cx="156600" cy="15156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1560"/>
                  <a:gd name="textAreaBottom" fmla="*/ 152280 h 15156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4" name="Freeform 34"/>
              <p:cNvSpPr/>
              <p:nvPr/>
            </p:nvSpPr>
            <p:spPr>
              <a:xfrm>
                <a:off x="11631600" y="1539720"/>
                <a:ext cx="188280" cy="18972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5" name="Freeform 35"/>
              <p:cNvSpPr/>
              <p:nvPr/>
            </p:nvSpPr>
            <p:spPr>
              <a:xfrm>
                <a:off x="11531520" y="5694480"/>
                <a:ext cx="297720" cy="1153440"/>
              </a:xfrm>
              <a:custGeom>
                <a:avLst/>
                <a:gdLst>
                  <a:gd name="textAreaLeft" fmla="*/ 0 w 297720"/>
                  <a:gd name="textAreaRight" fmla="*/ 298440 w 297720"/>
                  <a:gd name="textAreaTop" fmla="*/ 0 h 1153440"/>
                  <a:gd name="textAreaBottom" fmla="*/ 1154160 h 115344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6" name="Freeform 36"/>
              <p:cNvSpPr/>
              <p:nvPr/>
            </p:nvSpPr>
            <p:spPr>
              <a:xfrm>
                <a:off x="11773080" y="5551560"/>
                <a:ext cx="156600" cy="15480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4800"/>
                  <a:gd name="textAreaBottom" fmla="*/ 155520 h 15480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7" name="Freeform 37"/>
              <p:cNvSpPr/>
              <p:nvPr/>
            </p:nvSpPr>
            <p:spPr>
              <a:xfrm>
                <a:off x="11711160" y="4680"/>
                <a:ext cx="304200" cy="1544040"/>
              </a:xfrm>
              <a:custGeom>
                <a:avLst/>
                <a:gdLst>
                  <a:gd name="textAreaLeft" fmla="*/ 0 w 304200"/>
                  <a:gd name="textAreaRight" fmla="*/ 304920 w 304200"/>
                  <a:gd name="textAreaTop" fmla="*/ 0 h 1544040"/>
                  <a:gd name="textAreaBottom" fmla="*/ 1544760 h 154404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8" name="Freeform 38"/>
              <p:cNvSpPr/>
              <p:nvPr/>
            </p:nvSpPr>
            <p:spPr>
              <a:xfrm>
                <a:off x="11636280" y="4867200"/>
                <a:ext cx="188280" cy="18828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9" name="Freeform 39"/>
              <p:cNvSpPr/>
              <p:nvPr/>
            </p:nvSpPr>
            <p:spPr>
              <a:xfrm>
                <a:off x="11441160" y="5046840"/>
                <a:ext cx="307080" cy="1801080"/>
              </a:xfrm>
              <a:custGeom>
                <a:avLst/>
                <a:gdLst>
                  <a:gd name="textAreaLeft" fmla="*/ 0 w 307080"/>
                  <a:gd name="textAreaRight" fmla="*/ 307800 w 307080"/>
                  <a:gd name="textAreaTop" fmla="*/ 0 h 1801080"/>
                  <a:gd name="textAreaBottom" fmla="*/ 1801800 h 180108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00" name="Freeform 40"/>
              <p:cNvSpPr/>
              <p:nvPr/>
            </p:nvSpPr>
            <p:spPr>
              <a:xfrm>
                <a:off x="11849040" y="641664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01" name="Rectangle 41"/>
              <p:cNvSpPr/>
              <p:nvPr/>
            </p:nvSpPr>
            <p:spPr>
              <a:xfrm>
                <a:off x="11939760" y="6595920"/>
                <a:ext cx="23040" cy="251640"/>
              </a:xfrm>
              <a:prstGeom prst="rect">
                <a:avLst/>
              </a:pr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902" name="PlaceHolder 1"/>
          <p:cNvSpPr>
            <a:spLocks noGrp="1"/>
          </p:cNvSpPr>
          <p:nvPr>
            <p:ph type="title"/>
          </p:nvPr>
        </p:nvSpPr>
        <p:spPr>
          <a:xfrm>
            <a:off x="1141560" y="1110240"/>
            <a:ext cx="9905400" cy="494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the title text format</a:t>
            </a:r>
          </a:p>
        </p:txBody>
      </p:sp>
      <p:sp>
        <p:nvSpPr>
          <p:cNvPr id="903" name="PlaceHolder 2"/>
          <p:cNvSpPr>
            <a:spLocks noGrp="1"/>
          </p:cNvSpPr>
          <p:nvPr>
            <p:ph type="ftr" idx="52"/>
          </p:nvPr>
        </p:nvSpPr>
        <p:spPr>
          <a:xfrm>
            <a:off x="1141560" y="588312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904" name="PlaceHolder 3"/>
          <p:cNvSpPr>
            <a:spLocks noGrp="1"/>
          </p:cNvSpPr>
          <p:nvPr>
            <p:ph type="sldNum" idx="53"/>
          </p:nvPr>
        </p:nvSpPr>
        <p:spPr>
          <a:xfrm>
            <a:off x="10276200" y="5883120"/>
            <a:ext cx="7704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BB512E9-7364-4288-B2F9-A6D9CA46E892}" type="slidenum"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‹#›</a:t>
            </a:fld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5" name="PlaceHolder 4"/>
          <p:cNvSpPr>
            <a:spLocks noGrp="1"/>
          </p:cNvSpPr>
          <p:nvPr>
            <p:ph type="dt" idx="54"/>
          </p:nvPr>
        </p:nvSpPr>
        <p:spPr>
          <a:xfrm>
            <a:off x="7457040" y="58831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6" name="Picture 2" descr="\\DROBO-FS\QuickDrops\JB\PPTX NG\Droplets\LightingOverlay.png"/>
          <p:cNvPicPr/>
          <p:nvPr/>
        </p:nvPicPr>
        <p:blipFill>
          <a:blip r:embed="rId2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907" name="Group 7"/>
          <p:cNvGrpSpPr/>
          <p:nvPr/>
        </p:nvGrpSpPr>
        <p:grpSpPr>
          <a:xfrm>
            <a:off x="-14400" y="0"/>
            <a:ext cx="12053160" cy="6857280"/>
            <a:chOff x="-14400" y="0"/>
            <a:chExt cx="12053160" cy="6857280"/>
          </a:xfrm>
        </p:grpSpPr>
        <p:grpSp>
          <p:nvGrpSpPr>
            <p:cNvPr id="908" name="Group 8"/>
            <p:cNvGrpSpPr/>
            <p:nvPr/>
          </p:nvGrpSpPr>
          <p:grpSpPr>
            <a:xfrm>
              <a:off x="-14400" y="0"/>
              <a:ext cx="1220400" cy="6857280"/>
              <a:chOff x="-14400" y="0"/>
              <a:chExt cx="1220400" cy="6857280"/>
            </a:xfrm>
          </p:grpSpPr>
          <p:sp>
            <p:nvSpPr>
              <p:cNvPr id="909" name="Rectangle 5"/>
              <p:cNvSpPr/>
              <p:nvPr/>
            </p:nvSpPr>
            <p:spPr>
              <a:xfrm>
                <a:off x="114480" y="468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0" name="Freeform 6"/>
              <p:cNvSpPr/>
              <p:nvPr/>
            </p:nvSpPr>
            <p:spPr>
              <a:xfrm>
                <a:off x="33480" y="217656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1" name="Freeform 7"/>
              <p:cNvSpPr/>
              <p:nvPr/>
            </p:nvSpPr>
            <p:spPr>
              <a:xfrm>
                <a:off x="28440" y="4021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2" name="Freeform 8"/>
              <p:cNvSpPr/>
              <p:nvPr/>
            </p:nvSpPr>
            <p:spPr>
              <a:xfrm>
                <a:off x="200160" y="4680"/>
                <a:ext cx="369000" cy="181044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10440"/>
                  <a:gd name="textAreaBottom" fmla="*/ 1811160 h 181044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3" name="Freeform 9"/>
              <p:cNvSpPr/>
              <p:nvPr/>
            </p:nvSpPr>
            <p:spPr>
              <a:xfrm>
                <a:off x="503280" y="18018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4" name="Freeform 10"/>
              <p:cNvSpPr/>
              <p:nvPr/>
            </p:nvSpPr>
            <p:spPr>
              <a:xfrm>
                <a:off x="285840" y="4680"/>
                <a:ext cx="369000" cy="142956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429560"/>
                  <a:gd name="textAreaBottom" fmla="*/ 1430280 h 142956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5" name="Freeform 11"/>
              <p:cNvSpPr/>
              <p:nvPr/>
            </p:nvSpPr>
            <p:spPr>
              <a:xfrm>
                <a:off x="546120" y="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5960" tIns="45000" rIns="759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6" name="Freeform 12"/>
              <p:cNvSpPr/>
              <p:nvPr/>
            </p:nvSpPr>
            <p:spPr>
              <a:xfrm>
                <a:off x="588960" y="14209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7" name="Freeform 13"/>
              <p:cNvSpPr/>
              <p:nvPr/>
            </p:nvSpPr>
            <p:spPr>
              <a:xfrm>
                <a:off x="588960" y="9032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8" name="Freeform 14"/>
              <p:cNvSpPr/>
              <p:nvPr/>
            </p:nvSpPr>
            <p:spPr>
              <a:xfrm>
                <a:off x="641520" y="0"/>
                <a:ext cx="421560" cy="526320"/>
              </a:xfrm>
              <a:custGeom>
                <a:avLst/>
                <a:gdLst>
                  <a:gd name="textAreaLeft" fmla="*/ 0 w 421560"/>
                  <a:gd name="textAreaRight" fmla="*/ 422280 w 421560"/>
                  <a:gd name="textAreaTop" fmla="*/ 0 h 526320"/>
                  <a:gd name="textAreaBottom" fmla="*/ 527040 h 52632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9" name="Freeform 15"/>
              <p:cNvSpPr/>
              <p:nvPr/>
            </p:nvSpPr>
            <p:spPr>
              <a:xfrm>
                <a:off x="1020600" y="488880"/>
                <a:ext cx="161280" cy="146880"/>
              </a:xfrm>
              <a:custGeom>
                <a:avLst/>
                <a:gdLst>
                  <a:gd name="textAreaLeft" fmla="*/ 0 w 161280"/>
                  <a:gd name="textAreaRight" fmla="*/ 162000 w 161280"/>
                  <a:gd name="textAreaTop" fmla="*/ 0 h 146880"/>
                  <a:gd name="textAreaBottom" fmla="*/ 147600 h 14688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80640" tIns="45000" rIns="8064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0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-44640" rIns="0" bIns="-44640" anchor="t" anchorCtr="1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1" name="Freeform 17"/>
              <p:cNvSpPr/>
              <p:nvPr/>
            </p:nvSpPr>
            <p:spPr>
              <a:xfrm>
                <a:off x="9360" y="1801800"/>
                <a:ext cx="123120" cy="126360"/>
              </a:xfrm>
              <a:custGeom>
                <a:avLst/>
                <a:gdLst>
                  <a:gd name="textAreaLeft" fmla="*/ 0 w 123120"/>
                  <a:gd name="textAreaRight" fmla="*/ 123840 w 123120"/>
                  <a:gd name="textAreaTop" fmla="*/ 0 h 126360"/>
                  <a:gd name="textAreaBottom" fmla="*/ 127080 h 12636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61560" tIns="45000" rIns="615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2" name="Freeform 18"/>
              <p:cNvSpPr/>
              <p:nvPr/>
            </p:nvSpPr>
            <p:spPr>
              <a:xfrm>
                <a:off x="-9360" y="3549600"/>
                <a:ext cx="146880" cy="480240"/>
              </a:xfrm>
              <a:custGeom>
                <a:avLst/>
                <a:gdLst>
                  <a:gd name="textAreaLeft" fmla="*/ 0 w 146880"/>
                  <a:gd name="textAreaRight" fmla="*/ 147600 w 146880"/>
                  <a:gd name="textAreaTop" fmla="*/ 0 h 480240"/>
                  <a:gd name="textAreaBottom" fmla="*/ 480960 h 48024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3440" tIns="45000" rIns="7344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3" name="Freeform 19"/>
              <p:cNvSpPr/>
              <p:nvPr/>
            </p:nvSpPr>
            <p:spPr>
              <a:xfrm>
                <a:off x="128520" y="1382760"/>
                <a:ext cx="142200" cy="475560"/>
              </a:xfrm>
              <a:custGeom>
                <a:avLst/>
                <a:gdLst>
                  <a:gd name="textAreaLeft" fmla="*/ 0 w 142200"/>
                  <a:gd name="textAreaRight" fmla="*/ 142920 w 142200"/>
                  <a:gd name="textAreaTop" fmla="*/ 0 h 475560"/>
                  <a:gd name="textAreaBottom" fmla="*/ 476280 h 47556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1280" tIns="45000" rIns="712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4" name="Freeform 20"/>
              <p:cNvSpPr/>
              <p:nvPr/>
            </p:nvSpPr>
            <p:spPr>
              <a:xfrm>
                <a:off x="204840" y="1849320"/>
                <a:ext cx="113760" cy="107280"/>
              </a:xfrm>
              <a:custGeom>
                <a:avLst/>
                <a:gdLst>
                  <a:gd name="textAreaLeft" fmla="*/ 0 w 113760"/>
                  <a:gd name="textAreaRight" fmla="*/ 114480 w 113760"/>
                  <a:gd name="textAreaTop" fmla="*/ 0 h 107280"/>
                  <a:gd name="textAreaBottom" fmla="*/ 108000 h 10728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56880" tIns="45000" rIns="568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5" name="Rectangle 21"/>
              <p:cNvSpPr/>
              <p:nvPr/>
            </p:nvSpPr>
            <p:spPr>
              <a:xfrm>
                <a:off x="133200" y="466236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6" name="Freeform 22"/>
              <p:cNvSpPr/>
              <p:nvPr/>
            </p:nvSpPr>
            <p:spPr>
              <a:xfrm>
                <a:off x="223920" y="5041800"/>
                <a:ext cx="369000" cy="180108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01080"/>
                  <a:gd name="textAreaBottom" fmla="*/ 1801800 h 180108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7" name="Freeform 23"/>
              <p:cNvSpPr/>
              <p:nvPr/>
            </p:nvSpPr>
            <p:spPr>
              <a:xfrm>
                <a:off x="52560" y="4481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8" name="Freeform 24"/>
              <p:cNvSpPr/>
              <p:nvPr/>
            </p:nvSpPr>
            <p:spPr>
              <a:xfrm>
                <a:off x="-14400" y="5627520"/>
                <a:ext cx="84960" cy="1215360"/>
              </a:xfrm>
              <a:custGeom>
                <a:avLst/>
                <a:gdLst>
                  <a:gd name="textAreaLeft" fmla="*/ 0 w 84960"/>
                  <a:gd name="textAreaRight" fmla="*/ 85680 w 84960"/>
                  <a:gd name="textAreaTop" fmla="*/ 0 h 1215360"/>
                  <a:gd name="textAreaBottom" fmla="*/ 1216080 h 121536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42480" tIns="45000" rIns="42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9" name="Freeform 25"/>
              <p:cNvSpPr/>
              <p:nvPr/>
            </p:nvSpPr>
            <p:spPr>
              <a:xfrm>
                <a:off x="527040" y="4867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0" name="Freeform 26"/>
              <p:cNvSpPr/>
              <p:nvPr/>
            </p:nvSpPr>
            <p:spPr>
              <a:xfrm>
                <a:off x="309600" y="5423040"/>
                <a:ext cx="374040" cy="1424880"/>
              </a:xfrm>
              <a:custGeom>
                <a:avLst/>
                <a:gdLst>
                  <a:gd name="textAreaLeft" fmla="*/ 0 w 374040"/>
                  <a:gd name="textAreaRight" fmla="*/ 374760 w 374040"/>
                  <a:gd name="textAreaTop" fmla="*/ 0 h 1424880"/>
                  <a:gd name="textAreaBottom" fmla="*/ 1425600 h 142488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1" name="Freeform 27"/>
              <p:cNvSpPr/>
              <p:nvPr/>
            </p:nvSpPr>
            <p:spPr>
              <a:xfrm>
                <a:off x="569880" y="594504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5960" tIns="45000" rIns="759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2" name="Freeform 28"/>
              <p:cNvSpPr/>
              <p:nvPr/>
            </p:nvSpPr>
            <p:spPr>
              <a:xfrm>
                <a:off x="612720" y="5246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3" name="Freeform 29"/>
              <p:cNvSpPr/>
              <p:nvPr/>
            </p:nvSpPr>
            <p:spPr>
              <a:xfrm>
                <a:off x="612720" y="57643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4" name="Freeform 30"/>
              <p:cNvSpPr/>
              <p:nvPr/>
            </p:nvSpPr>
            <p:spPr>
              <a:xfrm>
                <a:off x="669960" y="6330960"/>
                <a:ext cx="416880" cy="51696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6960"/>
                  <a:gd name="textAreaBottom" fmla="*/ 517680 h 51696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5" name="Freeform 31"/>
              <p:cNvSpPr/>
              <p:nvPr/>
            </p:nvSpPr>
            <p:spPr>
              <a:xfrm>
                <a:off x="1049400" y="6221520"/>
                <a:ext cx="156600" cy="14688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46880"/>
                  <a:gd name="textAreaBottom" fmla="*/ 147600 h 14688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936" name="Group 9"/>
            <p:cNvGrpSpPr/>
            <p:nvPr/>
          </p:nvGrpSpPr>
          <p:grpSpPr>
            <a:xfrm>
              <a:off x="11364840" y="0"/>
              <a:ext cx="673920" cy="6847920"/>
              <a:chOff x="11364840" y="0"/>
              <a:chExt cx="673920" cy="6847920"/>
            </a:xfrm>
          </p:grpSpPr>
          <p:sp>
            <p:nvSpPr>
              <p:cNvPr id="937" name="Freeform 32"/>
              <p:cNvSpPr/>
              <p:nvPr/>
            </p:nvSpPr>
            <p:spPr>
              <a:xfrm>
                <a:off x="11484000" y="0"/>
                <a:ext cx="416880" cy="51192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1920"/>
                  <a:gd name="textAreaBottom" fmla="*/ 512640 h 51192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8" name="Freeform 33"/>
              <p:cNvSpPr/>
              <p:nvPr/>
            </p:nvSpPr>
            <p:spPr>
              <a:xfrm>
                <a:off x="11364840" y="474840"/>
                <a:ext cx="156600" cy="15156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1560"/>
                  <a:gd name="textAreaBottom" fmla="*/ 152280 h 15156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9" name="Freeform 34"/>
              <p:cNvSpPr/>
              <p:nvPr/>
            </p:nvSpPr>
            <p:spPr>
              <a:xfrm>
                <a:off x="11631600" y="1539720"/>
                <a:ext cx="188280" cy="18972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0" name="Freeform 35"/>
              <p:cNvSpPr/>
              <p:nvPr/>
            </p:nvSpPr>
            <p:spPr>
              <a:xfrm>
                <a:off x="11531520" y="5694480"/>
                <a:ext cx="297720" cy="1153440"/>
              </a:xfrm>
              <a:custGeom>
                <a:avLst/>
                <a:gdLst>
                  <a:gd name="textAreaLeft" fmla="*/ 0 w 297720"/>
                  <a:gd name="textAreaRight" fmla="*/ 298440 w 297720"/>
                  <a:gd name="textAreaTop" fmla="*/ 0 h 1153440"/>
                  <a:gd name="textAreaBottom" fmla="*/ 1154160 h 115344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1" name="Freeform 36"/>
              <p:cNvSpPr/>
              <p:nvPr/>
            </p:nvSpPr>
            <p:spPr>
              <a:xfrm>
                <a:off x="11773080" y="5551560"/>
                <a:ext cx="156600" cy="15480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4800"/>
                  <a:gd name="textAreaBottom" fmla="*/ 155520 h 15480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2" name="Freeform 37"/>
              <p:cNvSpPr/>
              <p:nvPr/>
            </p:nvSpPr>
            <p:spPr>
              <a:xfrm>
                <a:off x="11711160" y="4680"/>
                <a:ext cx="304200" cy="1544040"/>
              </a:xfrm>
              <a:custGeom>
                <a:avLst/>
                <a:gdLst>
                  <a:gd name="textAreaLeft" fmla="*/ 0 w 304200"/>
                  <a:gd name="textAreaRight" fmla="*/ 304920 w 304200"/>
                  <a:gd name="textAreaTop" fmla="*/ 0 h 1544040"/>
                  <a:gd name="textAreaBottom" fmla="*/ 1544760 h 154404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3" name="Freeform 38"/>
              <p:cNvSpPr/>
              <p:nvPr/>
            </p:nvSpPr>
            <p:spPr>
              <a:xfrm>
                <a:off x="11636280" y="4867200"/>
                <a:ext cx="188280" cy="18828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4" name="Freeform 39"/>
              <p:cNvSpPr/>
              <p:nvPr/>
            </p:nvSpPr>
            <p:spPr>
              <a:xfrm>
                <a:off x="11441160" y="5046840"/>
                <a:ext cx="307080" cy="1801080"/>
              </a:xfrm>
              <a:custGeom>
                <a:avLst/>
                <a:gdLst>
                  <a:gd name="textAreaLeft" fmla="*/ 0 w 307080"/>
                  <a:gd name="textAreaRight" fmla="*/ 307800 w 307080"/>
                  <a:gd name="textAreaTop" fmla="*/ 0 h 1801080"/>
                  <a:gd name="textAreaBottom" fmla="*/ 1801800 h 180108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5" name="Freeform 40"/>
              <p:cNvSpPr/>
              <p:nvPr/>
            </p:nvSpPr>
            <p:spPr>
              <a:xfrm>
                <a:off x="11849040" y="641664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6" name="Rectangle 41"/>
              <p:cNvSpPr/>
              <p:nvPr/>
            </p:nvSpPr>
            <p:spPr>
              <a:xfrm>
                <a:off x="11939760" y="6595920"/>
                <a:ext cx="23040" cy="251640"/>
              </a:xfrm>
              <a:prstGeom prst="rect">
                <a:avLst/>
              </a:pr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947" name="PlaceHolder 1"/>
          <p:cNvSpPr>
            <a:spLocks noGrp="1"/>
          </p:cNvSpPr>
          <p:nvPr>
            <p:ph type="title"/>
          </p:nvPr>
        </p:nvSpPr>
        <p:spPr>
          <a:xfrm>
            <a:off x="1141560" y="1110240"/>
            <a:ext cx="9905400" cy="494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the title text format</a:t>
            </a:r>
          </a:p>
        </p:txBody>
      </p:sp>
      <p:sp>
        <p:nvSpPr>
          <p:cNvPr id="948" name="PlaceHolder 2"/>
          <p:cNvSpPr>
            <a:spLocks noGrp="1"/>
          </p:cNvSpPr>
          <p:nvPr>
            <p:ph type="body"/>
          </p:nvPr>
        </p:nvSpPr>
        <p:spPr>
          <a:xfrm>
            <a:off x="1141560" y="2249640"/>
            <a:ext cx="2379960" cy="354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  <a:lvl2pPr lvl="1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2pPr>
            <a:lvl3pPr lvl="2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highlight>
                  <a:srgbClr val="EA7500"/>
                </a:highlight>
                <a:uFillTx/>
                <a:latin typeface="Tw Cen MT"/>
              </a:defRPr>
            </a:lvl3pPr>
            <a:lvl4pPr lvl="3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4pPr>
            <a:lvl5pPr lvl="4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5pPr>
            <a:lvl6pPr lvl="5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6pPr>
            <a:lvl7pPr lvl="6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7pPr>
          </a:lstStyle>
          <a:p>
            <a:pPr indent="-3240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the outline text format</a:t>
            </a:r>
          </a:p>
          <a:p>
            <a:pPr marL="864000" lvl="1" indent="-3240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Second Outline Level</a:t>
            </a:r>
          </a:p>
          <a:p>
            <a:pPr marL="1296000" lvl="2" indent="-2880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highlight>
                  <a:srgbClr val="EA7500"/>
                </a:highlight>
                <a:uFillTx/>
                <a:latin typeface="Tw Cen MT"/>
              </a:rPr>
              <a:t>Third Outline Level</a:t>
            </a:r>
          </a:p>
          <a:p>
            <a:pPr marL="1728000" lvl="3" indent="-2160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Fourth Outline Level</a:t>
            </a:r>
          </a:p>
          <a:p>
            <a:pPr marL="2160000" lvl="4" indent="-2160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Fifth Outline Level</a:t>
            </a:r>
          </a:p>
          <a:p>
            <a:pPr marL="2592000" lvl="5" indent="-216000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Sixth Outline Level</a:t>
            </a:r>
          </a:p>
          <a:p>
            <a:pPr marL="3024000" lvl="6" indent="-216000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Seventh Outline Level</a:t>
            </a:r>
          </a:p>
        </p:txBody>
      </p:sp>
      <p:sp>
        <p:nvSpPr>
          <p:cNvPr id="949" name="PlaceHolder 3"/>
          <p:cNvSpPr>
            <a:spLocks noGrp="1"/>
          </p:cNvSpPr>
          <p:nvPr>
            <p:ph type="body"/>
          </p:nvPr>
        </p:nvSpPr>
        <p:spPr>
          <a:xfrm>
            <a:off x="3641400" y="2249640"/>
            <a:ext cx="2379960" cy="354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  <a:lvl2pPr lvl="1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2pPr>
            <a:lvl3pPr lvl="2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highlight>
                  <a:srgbClr val="EA7500"/>
                </a:highlight>
                <a:uFillTx/>
                <a:latin typeface="Tw Cen MT"/>
              </a:defRPr>
            </a:lvl3pPr>
            <a:lvl4pPr lvl="3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4pPr>
            <a:lvl5pPr lvl="4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5pPr>
            <a:lvl6pPr lvl="5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6pPr>
            <a:lvl7pPr lvl="6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7pPr>
          </a:lstStyle>
          <a:p>
            <a:pPr indent="-3240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the outline text format</a:t>
            </a:r>
          </a:p>
          <a:p>
            <a:pPr marL="864000" lvl="1" indent="-3240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Second Outline Level</a:t>
            </a:r>
          </a:p>
          <a:p>
            <a:pPr marL="1296000" lvl="2" indent="-2880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highlight>
                  <a:srgbClr val="EA7500"/>
                </a:highlight>
                <a:uFillTx/>
                <a:latin typeface="Tw Cen MT"/>
              </a:rPr>
              <a:t>Third Outline Level</a:t>
            </a:r>
          </a:p>
          <a:p>
            <a:pPr marL="1728000" lvl="3" indent="-2160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Fourth Outline Level</a:t>
            </a:r>
          </a:p>
          <a:p>
            <a:pPr marL="2160000" lvl="4" indent="-2160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Fifth Outline Level</a:t>
            </a:r>
          </a:p>
          <a:p>
            <a:pPr marL="2592000" lvl="5" indent="-216000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Sixth Outline Level</a:t>
            </a:r>
          </a:p>
          <a:p>
            <a:pPr marL="3024000" lvl="6" indent="-216000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Seventh Outline Level</a:t>
            </a:r>
          </a:p>
        </p:txBody>
      </p:sp>
      <p:sp>
        <p:nvSpPr>
          <p:cNvPr id="950" name="PlaceHolder 4"/>
          <p:cNvSpPr>
            <a:spLocks noGrp="1"/>
          </p:cNvSpPr>
          <p:nvPr>
            <p:ph type="ftr" idx="55"/>
          </p:nvPr>
        </p:nvSpPr>
        <p:spPr>
          <a:xfrm>
            <a:off x="1141560" y="588312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951" name="PlaceHolder 5"/>
          <p:cNvSpPr>
            <a:spLocks noGrp="1"/>
          </p:cNvSpPr>
          <p:nvPr>
            <p:ph type="sldNum" idx="56"/>
          </p:nvPr>
        </p:nvSpPr>
        <p:spPr>
          <a:xfrm>
            <a:off x="10276200" y="5883120"/>
            <a:ext cx="7704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2D04ABA-5FC3-469B-ACF5-BEE7D753D181}" type="slidenum"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‹#›</a:t>
            </a:fld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2" name="PlaceHolder 6"/>
          <p:cNvSpPr>
            <a:spLocks noGrp="1"/>
          </p:cNvSpPr>
          <p:nvPr>
            <p:ph type="dt" idx="57"/>
          </p:nvPr>
        </p:nvSpPr>
        <p:spPr>
          <a:xfrm>
            <a:off x="7457040" y="58831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3" name="Picture 2" descr="\\DROBO-FS\QuickDrops\JB\PPTX NG\Droplets\LightingOverlay.png"/>
          <p:cNvPicPr/>
          <p:nvPr/>
        </p:nvPicPr>
        <p:blipFill>
          <a:blip r:embed="rId2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954" name="Group 7"/>
          <p:cNvGrpSpPr/>
          <p:nvPr/>
        </p:nvGrpSpPr>
        <p:grpSpPr>
          <a:xfrm>
            <a:off x="-14400" y="0"/>
            <a:ext cx="12053160" cy="6857280"/>
            <a:chOff x="-14400" y="0"/>
            <a:chExt cx="12053160" cy="6857280"/>
          </a:xfrm>
        </p:grpSpPr>
        <p:grpSp>
          <p:nvGrpSpPr>
            <p:cNvPr id="955" name="Group 8"/>
            <p:cNvGrpSpPr/>
            <p:nvPr/>
          </p:nvGrpSpPr>
          <p:grpSpPr>
            <a:xfrm>
              <a:off x="-14400" y="0"/>
              <a:ext cx="1220400" cy="6857280"/>
              <a:chOff x="-14400" y="0"/>
              <a:chExt cx="1220400" cy="6857280"/>
            </a:xfrm>
          </p:grpSpPr>
          <p:sp>
            <p:nvSpPr>
              <p:cNvPr id="909" name="Rectangle 5"/>
              <p:cNvSpPr/>
              <p:nvPr/>
            </p:nvSpPr>
            <p:spPr>
              <a:xfrm>
                <a:off x="114480" y="468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0" name="Freeform 6"/>
              <p:cNvSpPr/>
              <p:nvPr/>
            </p:nvSpPr>
            <p:spPr>
              <a:xfrm>
                <a:off x="33480" y="217656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1" name="Freeform 7"/>
              <p:cNvSpPr/>
              <p:nvPr/>
            </p:nvSpPr>
            <p:spPr>
              <a:xfrm>
                <a:off x="28440" y="4021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2" name="Freeform 8"/>
              <p:cNvSpPr/>
              <p:nvPr/>
            </p:nvSpPr>
            <p:spPr>
              <a:xfrm>
                <a:off x="200160" y="4680"/>
                <a:ext cx="369000" cy="181044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10440"/>
                  <a:gd name="textAreaBottom" fmla="*/ 1811160 h 181044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3" name="Freeform 9"/>
              <p:cNvSpPr/>
              <p:nvPr/>
            </p:nvSpPr>
            <p:spPr>
              <a:xfrm>
                <a:off x="503280" y="18018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4" name="Freeform 10"/>
              <p:cNvSpPr/>
              <p:nvPr/>
            </p:nvSpPr>
            <p:spPr>
              <a:xfrm>
                <a:off x="285840" y="4680"/>
                <a:ext cx="369000" cy="142956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429560"/>
                  <a:gd name="textAreaBottom" fmla="*/ 1430280 h 142956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5" name="Freeform 11"/>
              <p:cNvSpPr/>
              <p:nvPr/>
            </p:nvSpPr>
            <p:spPr>
              <a:xfrm>
                <a:off x="546120" y="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5960" tIns="45000" rIns="759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6" name="Freeform 12"/>
              <p:cNvSpPr/>
              <p:nvPr/>
            </p:nvSpPr>
            <p:spPr>
              <a:xfrm>
                <a:off x="588960" y="14209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7" name="Freeform 13"/>
              <p:cNvSpPr/>
              <p:nvPr/>
            </p:nvSpPr>
            <p:spPr>
              <a:xfrm>
                <a:off x="588960" y="9032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8" name="Freeform 14"/>
              <p:cNvSpPr/>
              <p:nvPr/>
            </p:nvSpPr>
            <p:spPr>
              <a:xfrm>
                <a:off x="641520" y="0"/>
                <a:ext cx="421560" cy="526320"/>
              </a:xfrm>
              <a:custGeom>
                <a:avLst/>
                <a:gdLst>
                  <a:gd name="textAreaLeft" fmla="*/ 0 w 421560"/>
                  <a:gd name="textAreaRight" fmla="*/ 422280 w 421560"/>
                  <a:gd name="textAreaTop" fmla="*/ 0 h 526320"/>
                  <a:gd name="textAreaBottom" fmla="*/ 527040 h 52632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9" name="Freeform 15"/>
              <p:cNvSpPr/>
              <p:nvPr/>
            </p:nvSpPr>
            <p:spPr>
              <a:xfrm>
                <a:off x="1020600" y="488880"/>
                <a:ext cx="161280" cy="146880"/>
              </a:xfrm>
              <a:custGeom>
                <a:avLst/>
                <a:gdLst>
                  <a:gd name="textAreaLeft" fmla="*/ 0 w 161280"/>
                  <a:gd name="textAreaRight" fmla="*/ 162000 w 161280"/>
                  <a:gd name="textAreaTop" fmla="*/ 0 h 146880"/>
                  <a:gd name="textAreaBottom" fmla="*/ 147600 h 14688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80640" tIns="45000" rIns="8064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6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-44640" rIns="0" bIns="-44640" anchor="t" anchorCtr="1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1" name="Freeform 17"/>
              <p:cNvSpPr/>
              <p:nvPr/>
            </p:nvSpPr>
            <p:spPr>
              <a:xfrm>
                <a:off x="9360" y="1801800"/>
                <a:ext cx="123120" cy="126360"/>
              </a:xfrm>
              <a:custGeom>
                <a:avLst/>
                <a:gdLst>
                  <a:gd name="textAreaLeft" fmla="*/ 0 w 123120"/>
                  <a:gd name="textAreaRight" fmla="*/ 123840 w 123120"/>
                  <a:gd name="textAreaTop" fmla="*/ 0 h 126360"/>
                  <a:gd name="textAreaBottom" fmla="*/ 127080 h 12636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61560" tIns="45000" rIns="615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2" name="Freeform 18"/>
              <p:cNvSpPr/>
              <p:nvPr/>
            </p:nvSpPr>
            <p:spPr>
              <a:xfrm>
                <a:off x="-9360" y="3549600"/>
                <a:ext cx="146880" cy="480240"/>
              </a:xfrm>
              <a:custGeom>
                <a:avLst/>
                <a:gdLst>
                  <a:gd name="textAreaLeft" fmla="*/ 0 w 146880"/>
                  <a:gd name="textAreaRight" fmla="*/ 147600 w 146880"/>
                  <a:gd name="textAreaTop" fmla="*/ 0 h 480240"/>
                  <a:gd name="textAreaBottom" fmla="*/ 480960 h 48024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3440" tIns="45000" rIns="7344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3" name="Freeform 19"/>
              <p:cNvSpPr/>
              <p:nvPr/>
            </p:nvSpPr>
            <p:spPr>
              <a:xfrm>
                <a:off x="128520" y="1382760"/>
                <a:ext cx="142200" cy="475560"/>
              </a:xfrm>
              <a:custGeom>
                <a:avLst/>
                <a:gdLst>
                  <a:gd name="textAreaLeft" fmla="*/ 0 w 142200"/>
                  <a:gd name="textAreaRight" fmla="*/ 142920 w 142200"/>
                  <a:gd name="textAreaTop" fmla="*/ 0 h 475560"/>
                  <a:gd name="textAreaBottom" fmla="*/ 476280 h 47556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1280" tIns="45000" rIns="712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4" name="Freeform 20"/>
              <p:cNvSpPr/>
              <p:nvPr/>
            </p:nvSpPr>
            <p:spPr>
              <a:xfrm>
                <a:off x="204840" y="1849320"/>
                <a:ext cx="113760" cy="107280"/>
              </a:xfrm>
              <a:custGeom>
                <a:avLst/>
                <a:gdLst>
                  <a:gd name="textAreaLeft" fmla="*/ 0 w 113760"/>
                  <a:gd name="textAreaRight" fmla="*/ 114480 w 113760"/>
                  <a:gd name="textAreaTop" fmla="*/ 0 h 107280"/>
                  <a:gd name="textAreaBottom" fmla="*/ 108000 h 10728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56880" tIns="45000" rIns="568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5" name="Rectangle 21"/>
              <p:cNvSpPr/>
              <p:nvPr/>
            </p:nvSpPr>
            <p:spPr>
              <a:xfrm>
                <a:off x="133200" y="466236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6" name="Freeform 22"/>
              <p:cNvSpPr/>
              <p:nvPr/>
            </p:nvSpPr>
            <p:spPr>
              <a:xfrm>
                <a:off x="223920" y="5041800"/>
                <a:ext cx="369000" cy="180108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01080"/>
                  <a:gd name="textAreaBottom" fmla="*/ 1801800 h 180108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7" name="Freeform 23"/>
              <p:cNvSpPr/>
              <p:nvPr/>
            </p:nvSpPr>
            <p:spPr>
              <a:xfrm>
                <a:off x="52560" y="4481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8" name="Freeform 24"/>
              <p:cNvSpPr/>
              <p:nvPr/>
            </p:nvSpPr>
            <p:spPr>
              <a:xfrm>
                <a:off x="-14400" y="5627520"/>
                <a:ext cx="84960" cy="1215360"/>
              </a:xfrm>
              <a:custGeom>
                <a:avLst/>
                <a:gdLst>
                  <a:gd name="textAreaLeft" fmla="*/ 0 w 84960"/>
                  <a:gd name="textAreaRight" fmla="*/ 85680 w 84960"/>
                  <a:gd name="textAreaTop" fmla="*/ 0 h 1215360"/>
                  <a:gd name="textAreaBottom" fmla="*/ 1216080 h 121536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42480" tIns="45000" rIns="42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9" name="Freeform 25"/>
              <p:cNvSpPr/>
              <p:nvPr/>
            </p:nvSpPr>
            <p:spPr>
              <a:xfrm>
                <a:off x="527040" y="4867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0" name="Freeform 26"/>
              <p:cNvSpPr/>
              <p:nvPr/>
            </p:nvSpPr>
            <p:spPr>
              <a:xfrm>
                <a:off x="309600" y="5423040"/>
                <a:ext cx="374040" cy="1424880"/>
              </a:xfrm>
              <a:custGeom>
                <a:avLst/>
                <a:gdLst>
                  <a:gd name="textAreaLeft" fmla="*/ 0 w 374040"/>
                  <a:gd name="textAreaRight" fmla="*/ 374760 w 374040"/>
                  <a:gd name="textAreaTop" fmla="*/ 0 h 1424880"/>
                  <a:gd name="textAreaBottom" fmla="*/ 1425600 h 142488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1" name="Freeform 27"/>
              <p:cNvSpPr/>
              <p:nvPr/>
            </p:nvSpPr>
            <p:spPr>
              <a:xfrm>
                <a:off x="569880" y="594504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5960" tIns="45000" rIns="759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2" name="Freeform 28"/>
              <p:cNvSpPr/>
              <p:nvPr/>
            </p:nvSpPr>
            <p:spPr>
              <a:xfrm>
                <a:off x="612720" y="5246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3" name="Freeform 29"/>
              <p:cNvSpPr/>
              <p:nvPr/>
            </p:nvSpPr>
            <p:spPr>
              <a:xfrm>
                <a:off x="612720" y="57643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4" name="Freeform 30"/>
              <p:cNvSpPr/>
              <p:nvPr/>
            </p:nvSpPr>
            <p:spPr>
              <a:xfrm>
                <a:off x="669960" y="6330960"/>
                <a:ext cx="416880" cy="51696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6960"/>
                  <a:gd name="textAreaBottom" fmla="*/ 517680 h 51696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5" name="Freeform 31"/>
              <p:cNvSpPr/>
              <p:nvPr/>
            </p:nvSpPr>
            <p:spPr>
              <a:xfrm>
                <a:off x="1049400" y="6221520"/>
                <a:ext cx="156600" cy="14688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46880"/>
                  <a:gd name="textAreaBottom" fmla="*/ 147600 h 14688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957" name="Group 9"/>
            <p:cNvGrpSpPr/>
            <p:nvPr/>
          </p:nvGrpSpPr>
          <p:grpSpPr>
            <a:xfrm>
              <a:off x="11364840" y="0"/>
              <a:ext cx="673920" cy="6847920"/>
              <a:chOff x="11364840" y="0"/>
              <a:chExt cx="673920" cy="6847920"/>
            </a:xfrm>
          </p:grpSpPr>
          <p:sp>
            <p:nvSpPr>
              <p:cNvPr id="937" name="Freeform 32"/>
              <p:cNvSpPr/>
              <p:nvPr/>
            </p:nvSpPr>
            <p:spPr>
              <a:xfrm>
                <a:off x="11484000" y="0"/>
                <a:ext cx="416880" cy="51192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1920"/>
                  <a:gd name="textAreaBottom" fmla="*/ 512640 h 51192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8" name="Freeform 33"/>
              <p:cNvSpPr/>
              <p:nvPr/>
            </p:nvSpPr>
            <p:spPr>
              <a:xfrm>
                <a:off x="11364840" y="474840"/>
                <a:ext cx="156600" cy="15156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1560"/>
                  <a:gd name="textAreaBottom" fmla="*/ 152280 h 15156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9" name="Freeform 34"/>
              <p:cNvSpPr/>
              <p:nvPr/>
            </p:nvSpPr>
            <p:spPr>
              <a:xfrm>
                <a:off x="11631600" y="1539720"/>
                <a:ext cx="188280" cy="18972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0" name="Freeform 35"/>
              <p:cNvSpPr/>
              <p:nvPr/>
            </p:nvSpPr>
            <p:spPr>
              <a:xfrm>
                <a:off x="11531520" y="5694480"/>
                <a:ext cx="297720" cy="1153440"/>
              </a:xfrm>
              <a:custGeom>
                <a:avLst/>
                <a:gdLst>
                  <a:gd name="textAreaLeft" fmla="*/ 0 w 297720"/>
                  <a:gd name="textAreaRight" fmla="*/ 298440 w 297720"/>
                  <a:gd name="textAreaTop" fmla="*/ 0 h 1153440"/>
                  <a:gd name="textAreaBottom" fmla="*/ 1154160 h 115344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1" name="Freeform 36"/>
              <p:cNvSpPr/>
              <p:nvPr/>
            </p:nvSpPr>
            <p:spPr>
              <a:xfrm>
                <a:off x="11773080" y="5551560"/>
                <a:ext cx="156600" cy="15480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4800"/>
                  <a:gd name="textAreaBottom" fmla="*/ 155520 h 15480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2" name="Freeform 37"/>
              <p:cNvSpPr/>
              <p:nvPr/>
            </p:nvSpPr>
            <p:spPr>
              <a:xfrm>
                <a:off x="11711160" y="4680"/>
                <a:ext cx="304200" cy="1544040"/>
              </a:xfrm>
              <a:custGeom>
                <a:avLst/>
                <a:gdLst>
                  <a:gd name="textAreaLeft" fmla="*/ 0 w 304200"/>
                  <a:gd name="textAreaRight" fmla="*/ 304920 w 304200"/>
                  <a:gd name="textAreaTop" fmla="*/ 0 h 1544040"/>
                  <a:gd name="textAreaBottom" fmla="*/ 1544760 h 154404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3" name="Freeform 38"/>
              <p:cNvSpPr/>
              <p:nvPr/>
            </p:nvSpPr>
            <p:spPr>
              <a:xfrm>
                <a:off x="11636280" y="4867200"/>
                <a:ext cx="188280" cy="18828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4" name="Freeform 39"/>
              <p:cNvSpPr/>
              <p:nvPr/>
            </p:nvSpPr>
            <p:spPr>
              <a:xfrm>
                <a:off x="11441160" y="5046840"/>
                <a:ext cx="307080" cy="1801080"/>
              </a:xfrm>
              <a:custGeom>
                <a:avLst/>
                <a:gdLst>
                  <a:gd name="textAreaLeft" fmla="*/ 0 w 307080"/>
                  <a:gd name="textAreaRight" fmla="*/ 307800 w 307080"/>
                  <a:gd name="textAreaTop" fmla="*/ 0 h 1801080"/>
                  <a:gd name="textAreaBottom" fmla="*/ 1801800 h 180108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5" name="Freeform 40"/>
              <p:cNvSpPr/>
              <p:nvPr/>
            </p:nvSpPr>
            <p:spPr>
              <a:xfrm>
                <a:off x="11849040" y="641664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6" name="Rectangle 41"/>
              <p:cNvSpPr/>
              <p:nvPr/>
            </p:nvSpPr>
            <p:spPr>
              <a:xfrm>
                <a:off x="11939760" y="6595920"/>
                <a:ext cx="23040" cy="251640"/>
              </a:xfrm>
              <a:prstGeom prst="rect">
                <a:avLst/>
              </a:pr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958" name="PlaceHolder 1"/>
          <p:cNvSpPr>
            <a:spLocks noGrp="1"/>
          </p:cNvSpPr>
          <p:nvPr>
            <p:ph type="title"/>
          </p:nvPr>
        </p:nvSpPr>
        <p:spPr>
          <a:xfrm>
            <a:off x="1141560" y="1110240"/>
            <a:ext cx="9905400" cy="494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the title text format</a:t>
            </a:r>
          </a:p>
        </p:txBody>
      </p:sp>
      <p:sp>
        <p:nvSpPr>
          <p:cNvPr id="959" name="PlaceHolder 2"/>
          <p:cNvSpPr>
            <a:spLocks noGrp="1"/>
          </p:cNvSpPr>
          <p:nvPr>
            <p:ph type="body"/>
          </p:nvPr>
        </p:nvSpPr>
        <p:spPr>
          <a:xfrm>
            <a:off x="1141560" y="2249640"/>
            <a:ext cx="2379960" cy="354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  <a:lvl2pPr lvl="1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2pPr>
            <a:lvl3pPr lvl="2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highlight>
                  <a:srgbClr val="EA7500"/>
                </a:highlight>
                <a:uFillTx/>
                <a:latin typeface="Tw Cen MT"/>
              </a:defRPr>
            </a:lvl3pPr>
            <a:lvl4pPr lvl="3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4pPr>
            <a:lvl5pPr lvl="4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5pPr>
            <a:lvl6pPr lvl="5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6pPr>
            <a:lvl7pPr lvl="6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7pPr>
          </a:lstStyle>
          <a:p>
            <a:pPr indent="-3240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the outline text format</a:t>
            </a:r>
          </a:p>
          <a:p>
            <a:pPr marL="864000" lvl="1" indent="-3240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Second Outline Level</a:t>
            </a:r>
          </a:p>
          <a:p>
            <a:pPr marL="1296000" lvl="2" indent="-2880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highlight>
                  <a:srgbClr val="EA7500"/>
                </a:highlight>
                <a:uFillTx/>
                <a:latin typeface="Tw Cen MT"/>
              </a:rPr>
              <a:t>Third Outline Level</a:t>
            </a:r>
          </a:p>
          <a:p>
            <a:pPr marL="1728000" lvl="3" indent="-2160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Fourth Outline Level</a:t>
            </a:r>
          </a:p>
          <a:p>
            <a:pPr marL="2160000" lvl="4" indent="-2160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Fifth Outline Level</a:t>
            </a:r>
          </a:p>
          <a:p>
            <a:pPr marL="2592000" lvl="5" indent="-216000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Sixth Outline Level</a:t>
            </a:r>
          </a:p>
          <a:p>
            <a:pPr marL="3024000" lvl="6" indent="-216000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Seventh Outline Level</a:t>
            </a:r>
          </a:p>
        </p:txBody>
      </p:sp>
      <p:sp>
        <p:nvSpPr>
          <p:cNvPr id="960" name="PlaceHolder 3"/>
          <p:cNvSpPr>
            <a:spLocks noGrp="1"/>
          </p:cNvSpPr>
          <p:nvPr>
            <p:ph type="body"/>
          </p:nvPr>
        </p:nvSpPr>
        <p:spPr>
          <a:xfrm>
            <a:off x="3641400" y="2249640"/>
            <a:ext cx="2379960" cy="354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  <a:lvl2pPr lvl="1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2pPr>
            <a:lvl3pPr lvl="2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highlight>
                  <a:srgbClr val="EA7500"/>
                </a:highlight>
                <a:uFillTx/>
                <a:latin typeface="Tw Cen MT"/>
              </a:defRPr>
            </a:lvl3pPr>
            <a:lvl4pPr lvl="3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4pPr>
            <a:lvl5pPr lvl="4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5pPr>
            <a:lvl6pPr lvl="5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6pPr>
            <a:lvl7pPr lvl="6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7pPr>
          </a:lstStyle>
          <a:p>
            <a:pPr indent="-3240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the outline text format</a:t>
            </a:r>
          </a:p>
          <a:p>
            <a:pPr marL="864000" lvl="1" indent="-3240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Second Outline Level</a:t>
            </a:r>
          </a:p>
          <a:p>
            <a:pPr marL="1296000" lvl="2" indent="-2880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highlight>
                  <a:srgbClr val="EA7500"/>
                </a:highlight>
                <a:uFillTx/>
                <a:latin typeface="Tw Cen MT"/>
              </a:rPr>
              <a:t>Third Outline Level</a:t>
            </a:r>
          </a:p>
          <a:p>
            <a:pPr marL="1728000" lvl="3" indent="-2160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Fourth Outline Level</a:t>
            </a:r>
          </a:p>
          <a:p>
            <a:pPr marL="2160000" lvl="4" indent="-2160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Fifth Outline Level</a:t>
            </a:r>
          </a:p>
          <a:p>
            <a:pPr marL="2592000" lvl="5" indent="-216000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Sixth Outline Level</a:t>
            </a:r>
          </a:p>
          <a:p>
            <a:pPr marL="3024000" lvl="6" indent="-216000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Seventh Outline Level</a:t>
            </a:r>
          </a:p>
        </p:txBody>
      </p:sp>
      <p:sp>
        <p:nvSpPr>
          <p:cNvPr id="961" name="PlaceHolder 4"/>
          <p:cNvSpPr>
            <a:spLocks noGrp="1"/>
          </p:cNvSpPr>
          <p:nvPr>
            <p:ph type="ftr" idx="58"/>
          </p:nvPr>
        </p:nvSpPr>
        <p:spPr>
          <a:xfrm>
            <a:off x="1141560" y="588312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962" name="PlaceHolder 5"/>
          <p:cNvSpPr>
            <a:spLocks noGrp="1"/>
          </p:cNvSpPr>
          <p:nvPr>
            <p:ph type="sldNum" idx="59"/>
          </p:nvPr>
        </p:nvSpPr>
        <p:spPr>
          <a:xfrm>
            <a:off x="10276200" y="5883120"/>
            <a:ext cx="7704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FE15D71-B2D9-496E-ABA2-37761EE4C4BE}" type="slidenum"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‹#›</a:t>
            </a:fld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3" name="PlaceHolder 6"/>
          <p:cNvSpPr>
            <a:spLocks noGrp="1"/>
          </p:cNvSpPr>
          <p:nvPr>
            <p:ph type="dt" idx="60"/>
          </p:nvPr>
        </p:nvSpPr>
        <p:spPr>
          <a:xfrm>
            <a:off x="7457040" y="58831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1" name="Picture 2" descr="\\DROBO-FS\QuickDrops\JB\PPTX NG\Droplets\LightingOverlay.png"/>
          <p:cNvPicPr/>
          <p:nvPr/>
        </p:nvPicPr>
        <p:blipFill>
          <a:blip r:embed="rId2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862" name="Group 7"/>
          <p:cNvGrpSpPr/>
          <p:nvPr/>
        </p:nvGrpSpPr>
        <p:grpSpPr>
          <a:xfrm>
            <a:off x="-14400" y="0"/>
            <a:ext cx="12053160" cy="6857280"/>
            <a:chOff x="-14400" y="0"/>
            <a:chExt cx="12053160" cy="6857280"/>
          </a:xfrm>
        </p:grpSpPr>
        <p:grpSp>
          <p:nvGrpSpPr>
            <p:cNvPr id="863" name="Group 8"/>
            <p:cNvGrpSpPr/>
            <p:nvPr/>
          </p:nvGrpSpPr>
          <p:grpSpPr>
            <a:xfrm>
              <a:off x="-14400" y="0"/>
              <a:ext cx="1220400" cy="6857280"/>
              <a:chOff x="-14400" y="0"/>
              <a:chExt cx="1220400" cy="6857280"/>
            </a:xfrm>
          </p:grpSpPr>
          <p:sp>
            <p:nvSpPr>
              <p:cNvPr id="864" name="Rectangle 5"/>
              <p:cNvSpPr/>
              <p:nvPr/>
            </p:nvSpPr>
            <p:spPr>
              <a:xfrm>
                <a:off x="114480" y="468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865" name="Freeform 6"/>
              <p:cNvSpPr/>
              <p:nvPr/>
            </p:nvSpPr>
            <p:spPr>
              <a:xfrm>
                <a:off x="33480" y="217656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866" name="Freeform 7"/>
              <p:cNvSpPr/>
              <p:nvPr/>
            </p:nvSpPr>
            <p:spPr>
              <a:xfrm>
                <a:off x="28440" y="4021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867" name="Freeform 8"/>
              <p:cNvSpPr/>
              <p:nvPr/>
            </p:nvSpPr>
            <p:spPr>
              <a:xfrm>
                <a:off x="200160" y="4680"/>
                <a:ext cx="369000" cy="181044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10440"/>
                  <a:gd name="textAreaBottom" fmla="*/ 1811160 h 181044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868" name="Freeform 9"/>
              <p:cNvSpPr/>
              <p:nvPr/>
            </p:nvSpPr>
            <p:spPr>
              <a:xfrm>
                <a:off x="503280" y="18018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869" name="Freeform 10"/>
              <p:cNvSpPr/>
              <p:nvPr/>
            </p:nvSpPr>
            <p:spPr>
              <a:xfrm>
                <a:off x="285840" y="4680"/>
                <a:ext cx="369000" cy="142956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429560"/>
                  <a:gd name="textAreaBottom" fmla="*/ 1430280 h 142956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870" name="Freeform 11"/>
              <p:cNvSpPr/>
              <p:nvPr/>
            </p:nvSpPr>
            <p:spPr>
              <a:xfrm>
                <a:off x="546120" y="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5960" tIns="45000" rIns="7596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871" name="Freeform 12"/>
              <p:cNvSpPr/>
              <p:nvPr/>
            </p:nvSpPr>
            <p:spPr>
              <a:xfrm>
                <a:off x="588960" y="14209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872" name="Freeform 13"/>
              <p:cNvSpPr/>
              <p:nvPr/>
            </p:nvSpPr>
            <p:spPr>
              <a:xfrm>
                <a:off x="588960" y="9032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873" name="Freeform 14"/>
              <p:cNvSpPr/>
              <p:nvPr/>
            </p:nvSpPr>
            <p:spPr>
              <a:xfrm>
                <a:off x="641520" y="0"/>
                <a:ext cx="421560" cy="526320"/>
              </a:xfrm>
              <a:custGeom>
                <a:avLst/>
                <a:gdLst>
                  <a:gd name="textAreaLeft" fmla="*/ 0 w 421560"/>
                  <a:gd name="textAreaRight" fmla="*/ 422280 w 421560"/>
                  <a:gd name="textAreaTop" fmla="*/ 0 h 526320"/>
                  <a:gd name="textAreaBottom" fmla="*/ 527040 h 52632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874" name="Freeform 15"/>
              <p:cNvSpPr/>
              <p:nvPr/>
            </p:nvSpPr>
            <p:spPr>
              <a:xfrm>
                <a:off x="1020600" y="488880"/>
                <a:ext cx="161280" cy="146880"/>
              </a:xfrm>
              <a:custGeom>
                <a:avLst/>
                <a:gdLst>
                  <a:gd name="textAreaLeft" fmla="*/ 0 w 161280"/>
                  <a:gd name="textAreaRight" fmla="*/ 162000 w 161280"/>
                  <a:gd name="textAreaTop" fmla="*/ 0 h 146880"/>
                  <a:gd name="textAreaBottom" fmla="*/ 147600 h 14688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80640" tIns="45000" rIns="8064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875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-44640" rIns="0" bIns="-44640" anchor="t" anchorCtr="1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876" name="Freeform 17"/>
              <p:cNvSpPr/>
              <p:nvPr/>
            </p:nvSpPr>
            <p:spPr>
              <a:xfrm>
                <a:off x="9360" y="1801800"/>
                <a:ext cx="123120" cy="126360"/>
              </a:xfrm>
              <a:custGeom>
                <a:avLst/>
                <a:gdLst>
                  <a:gd name="textAreaLeft" fmla="*/ 0 w 123120"/>
                  <a:gd name="textAreaRight" fmla="*/ 123840 w 123120"/>
                  <a:gd name="textAreaTop" fmla="*/ 0 h 126360"/>
                  <a:gd name="textAreaBottom" fmla="*/ 127080 h 12636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61560" tIns="45000" rIns="6156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877" name="Freeform 18"/>
              <p:cNvSpPr/>
              <p:nvPr/>
            </p:nvSpPr>
            <p:spPr>
              <a:xfrm>
                <a:off x="-9360" y="3549600"/>
                <a:ext cx="146880" cy="480240"/>
              </a:xfrm>
              <a:custGeom>
                <a:avLst/>
                <a:gdLst>
                  <a:gd name="textAreaLeft" fmla="*/ 0 w 146880"/>
                  <a:gd name="textAreaRight" fmla="*/ 147600 w 146880"/>
                  <a:gd name="textAreaTop" fmla="*/ 0 h 480240"/>
                  <a:gd name="textAreaBottom" fmla="*/ 480960 h 48024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3440" tIns="45000" rIns="7344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878" name="Freeform 19"/>
              <p:cNvSpPr/>
              <p:nvPr/>
            </p:nvSpPr>
            <p:spPr>
              <a:xfrm>
                <a:off x="128520" y="1382760"/>
                <a:ext cx="142200" cy="475560"/>
              </a:xfrm>
              <a:custGeom>
                <a:avLst/>
                <a:gdLst>
                  <a:gd name="textAreaLeft" fmla="*/ 0 w 142200"/>
                  <a:gd name="textAreaRight" fmla="*/ 142920 w 142200"/>
                  <a:gd name="textAreaTop" fmla="*/ 0 h 475560"/>
                  <a:gd name="textAreaBottom" fmla="*/ 476280 h 47556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1280" tIns="45000" rIns="7128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879" name="Freeform 20"/>
              <p:cNvSpPr/>
              <p:nvPr/>
            </p:nvSpPr>
            <p:spPr>
              <a:xfrm>
                <a:off x="204840" y="1849320"/>
                <a:ext cx="113760" cy="107280"/>
              </a:xfrm>
              <a:custGeom>
                <a:avLst/>
                <a:gdLst>
                  <a:gd name="textAreaLeft" fmla="*/ 0 w 113760"/>
                  <a:gd name="textAreaRight" fmla="*/ 114480 w 113760"/>
                  <a:gd name="textAreaTop" fmla="*/ 0 h 107280"/>
                  <a:gd name="textAreaBottom" fmla="*/ 108000 h 10728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56880" tIns="45000" rIns="5688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880" name="Rectangle 21"/>
              <p:cNvSpPr/>
              <p:nvPr/>
            </p:nvSpPr>
            <p:spPr>
              <a:xfrm>
                <a:off x="133200" y="466236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881" name="Freeform 22"/>
              <p:cNvSpPr/>
              <p:nvPr/>
            </p:nvSpPr>
            <p:spPr>
              <a:xfrm>
                <a:off x="223920" y="5041800"/>
                <a:ext cx="369000" cy="180108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01080"/>
                  <a:gd name="textAreaBottom" fmla="*/ 1801800 h 180108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882" name="Freeform 23"/>
              <p:cNvSpPr/>
              <p:nvPr/>
            </p:nvSpPr>
            <p:spPr>
              <a:xfrm>
                <a:off x="52560" y="4481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883" name="Freeform 24"/>
              <p:cNvSpPr/>
              <p:nvPr/>
            </p:nvSpPr>
            <p:spPr>
              <a:xfrm>
                <a:off x="-14400" y="5627520"/>
                <a:ext cx="84960" cy="1215360"/>
              </a:xfrm>
              <a:custGeom>
                <a:avLst/>
                <a:gdLst>
                  <a:gd name="textAreaLeft" fmla="*/ 0 w 84960"/>
                  <a:gd name="textAreaRight" fmla="*/ 85680 w 84960"/>
                  <a:gd name="textAreaTop" fmla="*/ 0 h 1215360"/>
                  <a:gd name="textAreaBottom" fmla="*/ 1216080 h 121536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42480" tIns="45000" rIns="4248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884" name="Freeform 25"/>
              <p:cNvSpPr/>
              <p:nvPr/>
            </p:nvSpPr>
            <p:spPr>
              <a:xfrm>
                <a:off x="527040" y="4867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885" name="Freeform 26"/>
              <p:cNvSpPr/>
              <p:nvPr/>
            </p:nvSpPr>
            <p:spPr>
              <a:xfrm>
                <a:off x="309600" y="5423040"/>
                <a:ext cx="374040" cy="1424880"/>
              </a:xfrm>
              <a:custGeom>
                <a:avLst/>
                <a:gdLst>
                  <a:gd name="textAreaLeft" fmla="*/ 0 w 374040"/>
                  <a:gd name="textAreaRight" fmla="*/ 374760 w 374040"/>
                  <a:gd name="textAreaTop" fmla="*/ 0 h 1424880"/>
                  <a:gd name="textAreaBottom" fmla="*/ 1425600 h 142488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886" name="Freeform 27"/>
              <p:cNvSpPr/>
              <p:nvPr/>
            </p:nvSpPr>
            <p:spPr>
              <a:xfrm>
                <a:off x="569880" y="594504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5960" tIns="45000" rIns="7596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887" name="Freeform 28"/>
              <p:cNvSpPr/>
              <p:nvPr/>
            </p:nvSpPr>
            <p:spPr>
              <a:xfrm>
                <a:off x="612720" y="5246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888" name="Freeform 29"/>
              <p:cNvSpPr/>
              <p:nvPr/>
            </p:nvSpPr>
            <p:spPr>
              <a:xfrm>
                <a:off x="612720" y="57643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889" name="Freeform 30"/>
              <p:cNvSpPr/>
              <p:nvPr/>
            </p:nvSpPr>
            <p:spPr>
              <a:xfrm>
                <a:off x="669960" y="6330960"/>
                <a:ext cx="416880" cy="51696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6960"/>
                  <a:gd name="textAreaBottom" fmla="*/ 517680 h 51696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890" name="Freeform 31"/>
              <p:cNvSpPr/>
              <p:nvPr/>
            </p:nvSpPr>
            <p:spPr>
              <a:xfrm>
                <a:off x="1049400" y="6221520"/>
                <a:ext cx="156600" cy="14688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46880"/>
                  <a:gd name="textAreaBottom" fmla="*/ 147600 h 14688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  <p:grpSp>
          <p:nvGrpSpPr>
            <p:cNvPr id="891" name="Group 9"/>
            <p:cNvGrpSpPr/>
            <p:nvPr/>
          </p:nvGrpSpPr>
          <p:grpSpPr>
            <a:xfrm>
              <a:off x="11364840" y="0"/>
              <a:ext cx="673920" cy="6847920"/>
              <a:chOff x="11364840" y="0"/>
              <a:chExt cx="673920" cy="6847920"/>
            </a:xfrm>
          </p:grpSpPr>
          <p:sp>
            <p:nvSpPr>
              <p:cNvPr id="892" name="Freeform 32"/>
              <p:cNvSpPr/>
              <p:nvPr/>
            </p:nvSpPr>
            <p:spPr>
              <a:xfrm>
                <a:off x="11484000" y="0"/>
                <a:ext cx="416880" cy="51192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1920"/>
                  <a:gd name="textAreaBottom" fmla="*/ 512640 h 51192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893" name="Freeform 33"/>
              <p:cNvSpPr/>
              <p:nvPr/>
            </p:nvSpPr>
            <p:spPr>
              <a:xfrm>
                <a:off x="11364840" y="474840"/>
                <a:ext cx="156600" cy="15156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1560"/>
                  <a:gd name="textAreaBottom" fmla="*/ 152280 h 15156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894" name="Freeform 34"/>
              <p:cNvSpPr/>
              <p:nvPr/>
            </p:nvSpPr>
            <p:spPr>
              <a:xfrm>
                <a:off x="11631600" y="1539720"/>
                <a:ext cx="188280" cy="18972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895" name="Freeform 35"/>
              <p:cNvSpPr/>
              <p:nvPr/>
            </p:nvSpPr>
            <p:spPr>
              <a:xfrm>
                <a:off x="11531520" y="5694480"/>
                <a:ext cx="297720" cy="1153440"/>
              </a:xfrm>
              <a:custGeom>
                <a:avLst/>
                <a:gdLst>
                  <a:gd name="textAreaLeft" fmla="*/ 0 w 297720"/>
                  <a:gd name="textAreaRight" fmla="*/ 298440 w 297720"/>
                  <a:gd name="textAreaTop" fmla="*/ 0 h 1153440"/>
                  <a:gd name="textAreaBottom" fmla="*/ 1154160 h 115344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896" name="Freeform 36"/>
              <p:cNvSpPr/>
              <p:nvPr/>
            </p:nvSpPr>
            <p:spPr>
              <a:xfrm>
                <a:off x="11773080" y="5551560"/>
                <a:ext cx="156600" cy="15480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4800"/>
                  <a:gd name="textAreaBottom" fmla="*/ 155520 h 15480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897" name="Freeform 37"/>
              <p:cNvSpPr/>
              <p:nvPr/>
            </p:nvSpPr>
            <p:spPr>
              <a:xfrm>
                <a:off x="11711160" y="4680"/>
                <a:ext cx="304200" cy="1544040"/>
              </a:xfrm>
              <a:custGeom>
                <a:avLst/>
                <a:gdLst>
                  <a:gd name="textAreaLeft" fmla="*/ 0 w 304200"/>
                  <a:gd name="textAreaRight" fmla="*/ 304920 w 304200"/>
                  <a:gd name="textAreaTop" fmla="*/ 0 h 1544040"/>
                  <a:gd name="textAreaBottom" fmla="*/ 1544760 h 154404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898" name="Freeform 38"/>
              <p:cNvSpPr/>
              <p:nvPr/>
            </p:nvSpPr>
            <p:spPr>
              <a:xfrm>
                <a:off x="11636280" y="4867200"/>
                <a:ext cx="188280" cy="18828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899" name="Freeform 39"/>
              <p:cNvSpPr/>
              <p:nvPr/>
            </p:nvSpPr>
            <p:spPr>
              <a:xfrm>
                <a:off x="11441160" y="5046840"/>
                <a:ext cx="307080" cy="1801080"/>
              </a:xfrm>
              <a:custGeom>
                <a:avLst/>
                <a:gdLst>
                  <a:gd name="textAreaLeft" fmla="*/ 0 w 307080"/>
                  <a:gd name="textAreaRight" fmla="*/ 307800 w 307080"/>
                  <a:gd name="textAreaTop" fmla="*/ 0 h 1801080"/>
                  <a:gd name="textAreaBottom" fmla="*/ 1801800 h 180108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00" name="Freeform 40"/>
              <p:cNvSpPr/>
              <p:nvPr/>
            </p:nvSpPr>
            <p:spPr>
              <a:xfrm>
                <a:off x="11849040" y="641664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01" name="Rectangle 41"/>
              <p:cNvSpPr/>
              <p:nvPr/>
            </p:nvSpPr>
            <p:spPr>
              <a:xfrm>
                <a:off x="11939760" y="6595920"/>
                <a:ext cx="23040" cy="251640"/>
              </a:xfrm>
              <a:prstGeom prst="rect">
                <a:avLst/>
              </a:pr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</p:grpSp>
      <p:sp>
        <p:nvSpPr>
          <p:cNvPr id="902" name="PlaceHolder 1"/>
          <p:cNvSpPr>
            <a:spLocks noGrp="1"/>
          </p:cNvSpPr>
          <p:nvPr>
            <p:ph type="title"/>
          </p:nvPr>
        </p:nvSpPr>
        <p:spPr>
          <a:xfrm>
            <a:off x="1141560" y="1110240"/>
            <a:ext cx="9905400" cy="494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the title text format</a:t>
            </a:r>
          </a:p>
        </p:txBody>
      </p:sp>
      <p:sp>
        <p:nvSpPr>
          <p:cNvPr id="903" name="PlaceHolder 2"/>
          <p:cNvSpPr>
            <a:spLocks noGrp="1"/>
          </p:cNvSpPr>
          <p:nvPr>
            <p:ph type="ftr" idx="52"/>
          </p:nvPr>
        </p:nvSpPr>
        <p:spPr>
          <a:xfrm>
            <a:off x="1141560" y="588312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+mn-cs"/>
              </a:rPr>
              <a:t>&lt;footer&gt;</a:t>
            </a:r>
          </a:p>
        </p:txBody>
      </p:sp>
      <p:sp>
        <p:nvSpPr>
          <p:cNvPr id="904" name="PlaceHolder 3"/>
          <p:cNvSpPr>
            <a:spLocks noGrp="1"/>
          </p:cNvSpPr>
          <p:nvPr>
            <p:ph type="sldNum" idx="53"/>
          </p:nvPr>
        </p:nvSpPr>
        <p:spPr>
          <a:xfrm>
            <a:off x="10276200" y="5883120"/>
            <a:ext cx="7704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fld id="{CBB512E9-7364-4288-B2F9-A6D9CA46E892}" type="slidenum"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Tw Cen MT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</a:tabLst>
                <a:defRPr/>
              </a:pPr>
              <a:t>‹#›</a:t>
            </a:fld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  <p:sp>
        <p:nvSpPr>
          <p:cNvPr id="905" name="PlaceHolder 4"/>
          <p:cNvSpPr>
            <a:spLocks noGrp="1"/>
          </p:cNvSpPr>
          <p:nvPr>
            <p:ph type="dt" idx="54"/>
          </p:nvPr>
        </p:nvSpPr>
        <p:spPr>
          <a:xfrm>
            <a:off x="7457040" y="58831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+mn-cs"/>
              </a:rPr>
              <a:t>&lt;date/time&gt;</a:t>
            </a:r>
          </a:p>
        </p:txBody>
      </p:sp>
    </p:spTree>
    <p:extLst>
      <p:ext uri="{BB962C8B-B14F-4D97-AF65-F5344CB8AC3E}">
        <p14:creationId xmlns:p14="http://schemas.microsoft.com/office/powerpoint/2010/main" val="276810865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6" name="Picture 2" descr="\\DROBO-FS\QuickDrops\JB\PPTX NG\Droplets\LightingOverlay.png"/>
          <p:cNvPicPr/>
          <p:nvPr/>
        </p:nvPicPr>
        <p:blipFill>
          <a:blip r:embed="rId2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907" name="Group 7"/>
          <p:cNvGrpSpPr/>
          <p:nvPr/>
        </p:nvGrpSpPr>
        <p:grpSpPr>
          <a:xfrm>
            <a:off x="-14400" y="0"/>
            <a:ext cx="12053160" cy="6857280"/>
            <a:chOff x="-14400" y="0"/>
            <a:chExt cx="12053160" cy="6857280"/>
          </a:xfrm>
        </p:grpSpPr>
        <p:grpSp>
          <p:nvGrpSpPr>
            <p:cNvPr id="908" name="Group 8"/>
            <p:cNvGrpSpPr/>
            <p:nvPr/>
          </p:nvGrpSpPr>
          <p:grpSpPr>
            <a:xfrm>
              <a:off x="-14400" y="0"/>
              <a:ext cx="1220400" cy="6857280"/>
              <a:chOff x="-14400" y="0"/>
              <a:chExt cx="1220400" cy="6857280"/>
            </a:xfrm>
          </p:grpSpPr>
          <p:sp>
            <p:nvSpPr>
              <p:cNvPr id="909" name="Rectangle 5"/>
              <p:cNvSpPr/>
              <p:nvPr/>
            </p:nvSpPr>
            <p:spPr>
              <a:xfrm>
                <a:off x="114480" y="468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10" name="Freeform 6"/>
              <p:cNvSpPr/>
              <p:nvPr/>
            </p:nvSpPr>
            <p:spPr>
              <a:xfrm>
                <a:off x="33480" y="217656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11" name="Freeform 7"/>
              <p:cNvSpPr/>
              <p:nvPr/>
            </p:nvSpPr>
            <p:spPr>
              <a:xfrm>
                <a:off x="28440" y="4021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12" name="Freeform 8"/>
              <p:cNvSpPr/>
              <p:nvPr/>
            </p:nvSpPr>
            <p:spPr>
              <a:xfrm>
                <a:off x="200160" y="4680"/>
                <a:ext cx="369000" cy="181044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10440"/>
                  <a:gd name="textAreaBottom" fmla="*/ 1811160 h 181044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13" name="Freeform 9"/>
              <p:cNvSpPr/>
              <p:nvPr/>
            </p:nvSpPr>
            <p:spPr>
              <a:xfrm>
                <a:off x="503280" y="18018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14" name="Freeform 10"/>
              <p:cNvSpPr/>
              <p:nvPr/>
            </p:nvSpPr>
            <p:spPr>
              <a:xfrm>
                <a:off x="285840" y="4680"/>
                <a:ext cx="369000" cy="142956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429560"/>
                  <a:gd name="textAreaBottom" fmla="*/ 1430280 h 142956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15" name="Freeform 11"/>
              <p:cNvSpPr/>
              <p:nvPr/>
            </p:nvSpPr>
            <p:spPr>
              <a:xfrm>
                <a:off x="546120" y="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5960" tIns="45000" rIns="7596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16" name="Freeform 12"/>
              <p:cNvSpPr/>
              <p:nvPr/>
            </p:nvSpPr>
            <p:spPr>
              <a:xfrm>
                <a:off x="588960" y="14209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17" name="Freeform 13"/>
              <p:cNvSpPr/>
              <p:nvPr/>
            </p:nvSpPr>
            <p:spPr>
              <a:xfrm>
                <a:off x="588960" y="9032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18" name="Freeform 14"/>
              <p:cNvSpPr/>
              <p:nvPr/>
            </p:nvSpPr>
            <p:spPr>
              <a:xfrm>
                <a:off x="641520" y="0"/>
                <a:ext cx="421560" cy="526320"/>
              </a:xfrm>
              <a:custGeom>
                <a:avLst/>
                <a:gdLst>
                  <a:gd name="textAreaLeft" fmla="*/ 0 w 421560"/>
                  <a:gd name="textAreaRight" fmla="*/ 422280 w 421560"/>
                  <a:gd name="textAreaTop" fmla="*/ 0 h 526320"/>
                  <a:gd name="textAreaBottom" fmla="*/ 527040 h 52632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19" name="Freeform 15"/>
              <p:cNvSpPr/>
              <p:nvPr/>
            </p:nvSpPr>
            <p:spPr>
              <a:xfrm>
                <a:off x="1020600" y="488880"/>
                <a:ext cx="161280" cy="146880"/>
              </a:xfrm>
              <a:custGeom>
                <a:avLst/>
                <a:gdLst>
                  <a:gd name="textAreaLeft" fmla="*/ 0 w 161280"/>
                  <a:gd name="textAreaRight" fmla="*/ 162000 w 161280"/>
                  <a:gd name="textAreaTop" fmla="*/ 0 h 146880"/>
                  <a:gd name="textAreaBottom" fmla="*/ 147600 h 14688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80640" tIns="45000" rIns="8064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20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-44640" rIns="0" bIns="-44640" anchor="t" anchorCtr="1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21" name="Freeform 17"/>
              <p:cNvSpPr/>
              <p:nvPr/>
            </p:nvSpPr>
            <p:spPr>
              <a:xfrm>
                <a:off x="9360" y="1801800"/>
                <a:ext cx="123120" cy="126360"/>
              </a:xfrm>
              <a:custGeom>
                <a:avLst/>
                <a:gdLst>
                  <a:gd name="textAreaLeft" fmla="*/ 0 w 123120"/>
                  <a:gd name="textAreaRight" fmla="*/ 123840 w 123120"/>
                  <a:gd name="textAreaTop" fmla="*/ 0 h 126360"/>
                  <a:gd name="textAreaBottom" fmla="*/ 127080 h 12636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61560" tIns="45000" rIns="6156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22" name="Freeform 18"/>
              <p:cNvSpPr/>
              <p:nvPr/>
            </p:nvSpPr>
            <p:spPr>
              <a:xfrm>
                <a:off x="-9360" y="3549600"/>
                <a:ext cx="146880" cy="480240"/>
              </a:xfrm>
              <a:custGeom>
                <a:avLst/>
                <a:gdLst>
                  <a:gd name="textAreaLeft" fmla="*/ 0 w 146880"/>
                  <a:gd name="textAreaRight" fmla="*/ 147600 w 146880"/>
                  <a:gd name="textAreaTop" fmla="*/ 0 h 480240"/>
                  <a:gd name="textAreaBottom" fmla="*/ 480960 h 48024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3440" tIns="45000" rIns="7344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23" name="Freeform 19"/>
              <p:cNvSpPr/>
              <p:nvPr/>
            </p:nvSpPr>
            <p:spPr>
              <a:xfrm>
                <a:off x="128520" y="1382760"/>
                <a:ext cx="142200" cy="475560"/>
              </a:xfrm>
              <a:custGeom>
                <a:avLst/>
                <a:gdLst>
                  <a:gd name="textAreaLeft" fmla="*/ 0 w 142200"/>
                  <a:gd name="textAreaRight" fmla="*/ 142920 w 142200"/>
                  <a:gd name="textAreaTop" fmla="*/ 0 h 475560"/>
                  <a:gd name="textAreaBottom" fmla="*/ 476280 h 47556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1280" tIns="45000" rIns="7128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24" name="Freeform 20"/>
              <p:cNvSpPr/>
              <p:nvPr/>
            </p:nvSpPr>
            <p:spPr>
              <a:xfrm>
                <a:off x="204840" y="1849320"/>
                <a:ext cx="113760" cy="107280"/>
              </a:xfrm>
              <a:custGeom>
                <a:avLst/>
                <a:gdLst>
                  <a:gd name="textAreaLeft" fmla="*/ 0 w 113760"/>
                  <a:gd name="textAreaRight" fmla="*/ 114480 w 113760"/>
                  <a:gd name="textAreaTop" fmla="*/ 0 h 107280"/>
                  <a:gd name="textAreaBottom" fmla="*/ 108000 h 10728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56880" tIns="45000" rIns="5688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25" name="Rectangle 21"/>
              <p:cNvSpPr/>
              <p:nvPr/>
            </p:nvSpPr>
            <p:spPr>
              <a:xfrm>
                <a:off x="133200" y="466236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26" name="Freeform 22"/>
              <p:cNvSpPr/>
              <p:nvPr/>
            </p:nvSpPr>
            <p:spPr>
              <a:xfrm>
                <a:off x="223920" y="5041800"/>
                <a:ext cx="369000" cy="180108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01080"/>
                  <a:gd name="textAreaBottom" fmla="*/ 1801800 h 180108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27" name="Freeform 23"/>
              <p:cNvSpPr/>
              <p:nvPr/>
            </p:nvSpPr>
            <p:spPr>
              <a:xfrm>
                <a:off x="52560" y="4481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28" name="Freeform 24"/>
              <p:cNvSpPr/>
              <p:nvPr/>
            </p:nvSpPr>
            <p:spPr>
              <a:xfrm>
                <a:off x="-14400" y="5627520"/>
                <a:ext cx="84960" cy="1215360"/>
              </a:xfrm>
              <a:custGeom>
                <a:avLst/>
                <a:gdLst>
                  <a:gd name="textAreaLeft" fmla="*/ 0 w 84960"/>
                  <a:gd name="textAreaRight" fmla="*/ 85680 w 84960"/>
                  <a:gd name="textAreaTop" fmla="*/ 0 h 1215360"/>
                  <a:gd name="textAreaBottom" fmla="*/ 1216080 h 121536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42480" tIns="45000" rIns="4248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29" name="Freeform 25"/>
              <p:cNvSpPr/>
              <p:nvPr/>
            </p:nvSpPr>
            <p:spPr>
              <a:xfrm>
                <a:off x="527040" y="4867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30" name="Freeform 26"/>
              <p:cNvSpPr/>
              <p:nvPr/>
            </p:nvSpPr>
            <p:spPr>
              <a:xfrm>
                <a:off x="309600" y="5423040"/>
                <a:ext cx="374040" cy="1424880"/>
              </a:xfrm>
              <a:custGeom>
                <a:avLst/>
                <a:gdLst>
                  <a:gd name="textAreaLeft" fmla="*/ 0 w 374040"/>
                  <a:gd name="textAreaRight" fmla="*/ 374760 w 374040"/>
                  <a:gd name="textAreaTop" fmla="*/ 0 h 1424880"/>
                  <a:gd name="textAreaBottom" fmla="*/ 1425600 h 142488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31" name="Freeform 27"/>
              <p:cNvSpPr/>
              <p:nvPr/>
            </p:nvSpPr>
            <p:spPr>
              <a:xfrm>
                <a:off x="569880" y="594504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5960" tIns="45000" rIns="7596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32" name="Freeform 28"/>
              <p:cNvSpPr/>
              <p:nvPr/>
            </p:nvSpPr>
            <p:spPr>
              <a:xfrm>
                <a:off x="612720" y="5246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33" name="Freeform 29"/>
              <p:cNvSpPr/>
              <p:nvPr/>
            </p:nvSpPr>
            <p:spPr>
              <a:xfrm>
                <a:off x="612720" y="57643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34" name="Freeform 30"/>
              <p:cNvSpPr/>
              <p:nvPr/>
            </p:nvSpPr>
            <p:spPr>
              <a:xfrm>
                <a:off x="669960" y="6330960"/>
                <a:ext cx="416880" cy="51696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6960"/>
                  <a:gd name="textAreaBottom" fmla="*/ 517680 h 51696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35" name="Freeform 31"/>
              <p:cNvSpPr/>
              <p:nvPr/>
            </p:nvSpPr>
            <p:spPr>
              <a:xfrm>
                <a:off x="1049400" y="6221520"/>
                <a:ext cx="156600" cy="14688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46880"/>
                  <a:gd name="textAreaBottom" fmla="*/ 147600 h 14688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  <p:grpSp>
          <p:nvGrpSpPr>
            <p:cNvPr id="936" name="Group 9"/>
            <p:cNvGrpSpPr/>
            <p:nvPr/>
          </p:nvGrpSpPr>
          <p:grpSpPr>
            <a:xfrm>
              <a:off x="11364840" y="0"/>
              <a:ext cx="673920" cy="6847920"/>
              <a:chOff x="11364840" y="0"/>
              <a:chExt cx="673920" cy="6847920"/>
            </a:xfrm>
          </p:grpSpPr>
          <p:sp>
            <p:nvSpPr>
              <p:cNvPr id="937" name="Freeform 32"/>
              <p:cNvSpPr/>
              <p:nvPr/>
            </p:nvSpPr>
            <p:spPr>
              <a:xfrm>
                <a:off x="11484000" y="0"/>
                <a:ext cx="416880" cy="51192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1920"/>
                  <a:gd name="textAreaBottom" fmla="*/ 512640 h 51192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38" name="Freeform 33"/>
              <p:cNvSpPr/>
              <p:nvPr/>
            </p:nvSpPr>
            <p:spPr>
              <a:xfrm>
                <a:off x="11364840" y="474840"/>
                <a:ext cx="156600" cy="15156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1560"/>
                  <a:gd name="textAreaBottom" fmla="*/ 152280 h 15156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39" name="Freeform 34"/>
              <p:cNvSpPr/>
              <p:nvPr/>
            </p:nvSpPr>
            <p:spPr>
              <a:xfrm>
                <a:off x="11631600" y="1539720"/>
                <a:ext cx="188280" cy="18972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40" name="Freeform 35"/>
              <p:cNvSpPr/>
              <p:nvPr/>
            </p:nvSpPr>
            <p:spPr>
              <a:xfrm>
                <a:off x="11531520" y="5694480"/>
                <a:ext cx="297720" cy="1153440"/>
              </a:xfrm>
              <a:custGeom>
                <a:avLst/>
                <a:gdLst>
                  <a:gd name="textAreaLeft" fmla="*/ 0 w 297720"/>
                  <a:gd name="textAreaRight" fmla="*/ 298440 w 297720"/>
                  <a:gd name="textAreaTop" fmla="*/ 0 h 1153440"/>
                  <a:gd name="textAreaBottom" fmla="*/ 1154160 h 115344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41" name="Freeform 36"/>
              <p:cNvSpPr/>
              <p:nvPr/>
            </p:nvSpPr>
            <p:spPr>
              <a:xfrm>
                <a:off x="11773080" y="5551560"/>
                <a:ext cx="156600" cy="15480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4800"/>
                  <a:gd name="textAreaBottom" fmla="*/ 155520 h 15480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42" name="Freeform 37"/>
              <p:cNvSpPr/>
              <p:nvPr/>
            </p:nvSpPr>
            <p:spPr>
              <a:xfrm>
                <a:off x="11711160" y="4680"/>
                <a:ext cx="304200" cy="1544040"/>
              </a:xfrm>
              <a:custGeom>
                <a:avLst/>
                <a:gdLst>
                  <a:gd name="textAreaLeft" fmla="*/ 0 w 304200"/>
                  <a:gd name="textAreaRight" fmla="*/ 304920 w 304200"/>
                  <a:gd name="textAreaTop" fmla="*/ 0 h 1544040"/>
                  <a:gd name="textAreaBottom" fmla="*/ 1544760 h 154404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43" name="Freeform 38"/>
              <p:cNvSpPr/>
              <p:nvPr/>
            </p:nvSpPr>
            <p:spPr>
              <a:xfrm>
                <a:off x="11636280" y="4867200"/>
                <a:ext cx="188280" cy="18828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44" name="Freeform 39"/>
              <p:cNvSpPr/>
              <p:nvPr/>
            </p:nvSpPr>
            <p:spPr>
              <a:xfrm>
                <a:off x="11441160" y="5046840"/>
                <a:ext cx="307080" cy="1801080"/>
              </a:xfrm>
              <a:custGeom>
                <a:avLst/>
                <a:gdLst>
                  <a:gd name="textAreaLeft" fmla="*/ 0 w 307080"/>
                  <a:gd name="textAreaRight" fmla="*/ 307800 w 307080"/>
                  <a:gd name="textAreaTop" fmla="*/ 0 h 1801080"/>
                  <a:gd name="textAreaBottom" fmla="*/ 1801800 h 180108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45" name="Freeform 40"/>
              <p:cNvSpPr/>
              <p:nvPr/>
            </p:nvSpPr>
            <p:spPr>
              <a:xfrm>
                <a:off x="11849040" y="641664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46" name="Rectangle 41"/>
              <p:cNvSpPr/>
              <p:nvPr/>
            </p:nvSpPr>
            <p:spPr>
              <a:xfrm>
                <a:off x="11939760" y="6595920"/>
                <a:ext cx="23040" cy="251640"/>
              </a:xfrm>
              <a:prstGeom prst="rect">
                <a:avLst/>
              </a:pr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</p:grpSp>
      <p:sp>
        <p:nvSpPr>
          <p:cNvPr id="947" name="PlaceHolder 1"/>
          <p:cNvSpPr>
            <a:spLocks noGrp="1"/>
          </p:cNvSpPr>
          <p:nvPr>
            <p:ph type="title"/>
          </p:nvPr>
        </p:nvSpPr>
        <p:spPr>
          <a:xfrm>
            <a:off x="1141560" y="1110240"/>
            <a:ext cx="9905400" cy="494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the title text format</a:t>
            </a:r>
          </a:p>
        </p:txBody>
      </p:sp>
      <p:sp>
        <p:nvSpPr>
          <p:cNvPr id="948" name="PlaceHolder 2"/>
          <p:cNvSpPr>
            <a:spLocks noGrp="1"/>
          </p:cNvSpPr>
          <p:nvPr>
            <p:ph type="body"/>
          </p:nvPr>
        </p:nvSpPr>
        <p:spPr>
          <a:xfrm>
            <a:off x="1141560" y="2249640"/>
            <a:ext cx="2379960" cy="354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  <a:lvl2pPr lvl="1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2pPr>
            <a:lvl3pPr lvl="2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highlight>
                  <a:srgbClr val="EA7500"/>
                </a:highlight>
                <a:uFillTx/>
                <a:latin typeface="Tw Cen MT"/>
              </a:defRPr>
            </a:lvl3pPr>
            <a:lvl4pPr lvl="3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4pPr>
            <a:lvl5pPr lvl="4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5pPr>
            <a:lvl6pPr lvl="5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6pPr>
            <a:lvl7pPr lvl="6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7pPr>
          </a:lstStyle>
          <a:p>
            <a:pPr indent="-3240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the outline text format</a:t>
            </a:r>
          </a:p>
          <a:p>
            <a:pPr marL="864000" lvl="1" indent="-3240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Second Outline Level</a:t>
            </a:r>
          </a:p>
          <a:p>
            <a:pPr marL="1296000" lvl="2" indent="-2880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highlight>
                  <a:srgbClr val="EA7500"/>
                </a:highlight>
                <a:uFillTx/>
                <a:latin typeface="Tw Cen MT"/>
              </a:rPr>
              <a:t>Third Outline Level</a:t>
            </a:r>
          </a:p>
          <a:p>
            <a:pPr marL="1728000" lvl="3" indent="-2160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Fourth Outline Level</a:t>
            </a:r>
          </a:p>
          <a:p>
            <a:pPr marL="2160000" lvl="4" indent="-2160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Fifth Outline Level</a:t>
            </a:r>
          </a:p>
          <a:p>
            <a:pPr marL="2592000" lvl="5" indent="-216000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Sixth Outline Level</a:t>
            </a:r>
          </a:p>
          <a:p>
            <a:pPr marL="3024000" lvl="6" indent="-216000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Seventh Outline Level</a:t>
            </a:r>
          </a:p>
        </p:txBody>
      </p:sp>
      <p:sp>
        <p:nvSpPr>
          <p:cNvPr id="949" name="PlaceHolder 3"/>
          <p:cNvSpPr>
            <a:spLocks noGrp="1"/>
          </p:cNvSpPr>
          <p:nvPr>
            <p:ph type="body"/>
          </p:nvPr>
        </p:nvSpPr>
        <p:spPr>
          <a:xfrm>
            <a:off x="3641400" y="2249640"/>
            <a:ext cx="2379960" cy="354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  <a:lvl2pPr lvl="1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2pPr>
            <a:lvl3pPr lvl="2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highlight>
                  <a:srgbClr val="EA7500"/>
                </a:highlight>
                <a:uFillTx/>
                <a:latin typeface="Tw Cen MT"/>
              </a:defRPr>
            </a:lvl3pPr>
            <a:lvl4pPr lvl="3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4pPr>
            <a:lvl5pPr lvl="4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5pPr>
            <a:lvl6pPr lvl="5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6pPr>
            <a:lvl7pPr lvl="6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7pPr>
          </a:lstStyle>
          <a:p>
            <a:pPr indent="-3240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the outline text format</a:t>
            </a:r>
          </a:p>
          <a:p>
            <a:pPr marL="864000" lvl="1" indent="-3240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Second Outline Level</a:t>
            </a:r>
          </a:p>
          <a:p>
            <a:pPr marL="1296000" lvl="2" indent="-2880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highlight>
                  <a:srgbClr val="EA7500"/>
                </a:highlight>
                <a:uFillTx/>
                <a:latin typeface="Tw Cen MT"/>
              </a:rPr>
              <a:t>Third Outline Level</a:t>
            </a:r>
          </a:p>
          <a:p>
            <a:pPr marL="1728000" lvl="3" indent="-2160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Fourth Outline Level</a:t>
            </a:r>
          </a:p>
          <a:p>
            <a:pPr marL="2160000" lvl="4" indent="-2160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Fifth Outline Level</a:t>
            </a:r>
          </a:p>
          <a:p>
            <a:pPr marL="2592000" lvl="5" indent="-216000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Sixth Outline Level</a:t>
            </a:r>
          </a:p>
          <a:p>
            <a:pPr marL="3024000" lvl="6" indent="-216000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Seventh Outline Level</a:t>
            </a:r>
          </a:p>
        </p:txBody>
      </p:sp>
      <p:sp>
        <p:nvSpPr>
          <p:cNvPr id="950" name="PlaceHolder 4"/>
          <p:cNvSpPr>
            <a:spLocks noGrp="1"/>
          </p:cNvSpPr>
          <p:nvPr>
            <p:ph type="ftr" idx="55"/>
          </p:nvPr>
        </p:nvSpPr>
        <p:spPr>
          <a:xfrm>
            <a:off x="1141560" y="588312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+mn-cs"/>
              </a:rPr>
              <a:t>&lt;footer&gt;</a:t>
            </a:r>
          </a:p>
        </p:txBody>
      </p:sp>
      <p:sp>
        <p:nvSpPr>
          <p:cNvPr id="951" name="PlaceHolder 5"/>
          <p:cNvSpPr>
            <a:spLocks noGrp="1"/>
          </p:cNvSpPr>
          <p:nvPr>
            <p:ph type="sldNum" idx="56"/>
          </p:nvPr>
        </p:nvSpPr>
        <p:spPr>
          <a:xfrm>
            <a:off x="10276200" y="5883120"/>
            <a:ext cx="7704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fld id="{12D04ABA-5FC3-469B-ACF5-BEE7D753D181}" type="slidenum"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Tw Cen MT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</a:tabLst>
                <a:defRPr/>
              </a:pPr>
              <a:t>‹#›</a:t>
            </a:fld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  <p:sp>
        <p:nvSpPr>
          <p:cNvPr id="952" name="PlaceHolder 6"/>
          <p:cNvSpPr>
            <a:spLocks noGrp="1"/>
          </p:cNvSpPr>
          <p:nvPr>
            <p:ph type="dt" idx="57"/>
          </p:nvPr>
        </p:nvSpPr>
        <p:spPr>
          <a:xfrm>
            <a:off x="7457040" y="58831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+mn-cs"/>
              </a:rPr>
              <a:t>&lt;date/time&gt;</a:t>
            </a:r>
          </a:p>
        </p:txBody>
      </p:sp>
    </p:spTree>
    <p:extLst>
      <p:ext uri="{BB962C8B-B14F-4D97-AF65-F5344CB8AC3E}">
        <p14:creationId xmlns:p14="http://schemas.microsoft.com/office/powerpoint/2010/main" val="150078301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1_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3" name="Picture 2" descr="\\DROBO-FS\QuickDrops\JB\PPTX NG\Droplets\LightingOverlay.png"/>
          <p:cNvPicPr/>
          <p:nvPr/>
        </p:nvPicPr>
        <p:blipFill>
          <a:blip r:embed="rId2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954" name="Group 7"/>
          <p:cNvGrpSpPr/>
          <p:nvPr/>
        </p:nvGrpSpPr>
        <p:grpSpPr>
          <a:xfrm>
            <a:off x="-14400" y="0"/>
            <a:ext cx="12053160" cy="6857280"/>
            <a:chOff x="-14400" y="0"/>
            <a:chExt cx="12053160" cy="6857280"/>
          </a:xfrm>
        </p:grpSpPr>
        <p:grpSp>
          <p:nvGrpSpPr>
            <p:cNvPr id="955" name="Group 8"/>
            <p:cNvGrpSpPr/>
            <p:nvPr/>
          </p:nvGrpSpPr>
          <p:grpSpPr>
            <a:xfrm>
              <a:off x="-14400" y="0"/>
              <a:ext cx="1220400" cy="6857280"/>
              <a:chOff x="-14400" y="0"/>
              <a:chExt cx="1220400" cy="6857280"/>
            </a:xfrm>
          </p:grpSpPr>
          <p:sp>
            <p:nvSpPr>
              <p:cNvPr id="909" name="Rectangle 5"/>
              <p:cNvSpPr/>
              <p:nvPr/>
            </p:nvSpPr>
            <p:spPr>
              <a:xfrm>
                <a:off x="114480" y="468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10" name="Freeform 6"/>
              <p:cNvSpPr/>
              <p:nvPr/>
            </p:nvSpPr>
            <p:spPr>
              <a:xfrm>
                <a:off x="33480" y="217656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11" name="Freeform 7"/>
              <p:cNvSpPr/>
              <p:nvPr/>
            </p:nvSpPr>
            <p:spPr>
              <a:xfrm>
                <a:off x="28440" y="4021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12" name="Freeform 8"/>
              <p:cNvSpPr/>
              <p:nvPr/>
            </p:nvSpPr>
            <p:spPr>
              <a:xfrm>
                <a:off x="200160" y="4680"/>
                <a:ext cx="369000" cy="181044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10440"/>
                  <a:gd name="textAreaBottom" fmla="*/ 1811160 h 181044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13" name="Freeform 9"/>
              <p:cNvSpPr/>
              <p:nvPr/>
            </p:nvSpPr>
            <p:spPr>
              <a:xfrm>
                <a:off x="503280" y="18018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14" name="Freeform 10"/>
              <p:cNvSpPr/>
              <p:nvPr/>
            </p:nvSpPr>
            <p:spPr>
              <a:xfrm>
                <a:off x="285840" y="4680"/>
                <a:ext cx="369000" cy="142956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429560"/>
                  <a:gd name="textAreaBottom" fmla="*/ 1430280 h 142956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15" name="Freeform 11"/>
              <p:cNvSpPr/>
              <p:nvPr/>
            </p:nvSpPr>
            <p:spPr>
              <a:xfrm>
                <a:off x="546120" y="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5960" tIns="45000" rIns="7596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16" name="Freeform 12"/>
              <p:cNvSpPr/>
              <p:nvPr/>
            </p:nvSpPr>
            <p:spPr>
              <a:xfrm>
                <a:off x="588960" y="14209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17" name="Freeform 13"/>
              <p:cNvSpPr/>
              <p:nvPr/>
            </p:nvSpPr>
            <p:spPr>
              <a:xfrm>
                <a:off x="588960" y="9032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18" name="Freeform 14"/>
              <p:cNvSpPr/>
              <p:nvPr/>
            </p:nvSpPr>
            <p:spPr>
              <a:xfrm>
                <a:off x="641520" y="0"/>
                <a:ext cx="421560" cy="526320"/>
              </a:xfrm>
              <a:custGeom>
                <a:avLst/>
                <a:gdLst>
                  <a:gd name="textAreaLeft" fmla="*/ 0 w 421560"/>
                  <a:gd name="textAreaRight" fmla="*/ 422280 w 421560"/>
                  <a:gd name="textAreaTop" fmla="*/ 0 h 526320"/>
                  <a:gd name="textAreaBottom" fmla="*/ 527040 h 52632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19" name="Freeform 15"/>
              <p:cNvSpPr/>
              <p:nvPr/>
            </p:nvSpPr>
            <p:spPr>
              <a:xfrm>
                <a:off x="1020600" y="488880"/>
                <a:ext cx="161280" cy="146880"/>
              </a:xfrm>
              <a:custGeom>
                <a:avLst/>
                <a:gdLst>
                  <a:gd name="textAreaLeft" fmla="*/ 0 w 161280"/>
                  <a:gd name="textAreaRight" fmla="*/ 162000 w 161280"/>
                  <a:gd name="textAreaTop" fmla="*/ 0 h 146880"/>
                  <a:gd name="textAreaBottom" fmla="*/ 147600 h 14688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80640" tIns="45000" rIns="8064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56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-44640" rIns="0" bIns="-44640" anchor="t" anchorCtr="1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21" name="Freeform 17"/>
              <p:cNvSpPr/>
              <p:nvPr/>
            </p:nvSpPr>
            <p:spPr>
              <a:xfrm>
                <a:off x="9360" y="1801800"/>
                <a:ext cx="123120" cy="126360"/>
              </a:xfrm>
              <a:custGeom>
                <a:avLst/>
                <a:gdLst>
                  <a:gd name="textAreaLeft" fmla="*/ 0 w 123120"/>
                  <a:gd name="textAreaRight" fmla="*/ 123840 w 123120"/>
                  <a:gd name="textAreaTop" fmla="*/ 0 h 126360"/>
                  <a:gd name="textAreaBottom" fmla="*/ 127080 h 12636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61560" tIns="45000" rIns="6156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22" name="Freeform 18"/>
              <p:cNvSpPr/>
              <p:nvPr/>
            </p:nvSpPr>
            <p:spPr>
              <a:xfrm>
                <a:off x="-9360" y="3549600"/>
                <a:ext cx="146880" cy="480240"/>
              </a:xfrm>
              <a:custGeom>
                <a:avLst/>
                <a:gdLst>
                  <a:gd name="textAreaLeft" fmla="*/ 0 w 146880"/>
                  <a:gd name="textAreaRight" fmla="*/ 147600 w 146880"/>
                  <a:gd name="textAreaTop" fmla="*/ 0 h 480240"/>
                  <a:gd name="textAreaBottom" fmla="*/ 480960 h 48024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3440" tIns="45000" rIns="7344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23" name="Freeform 19"/>
              <p:cNvSpPr/>
              <p:nvPr/>
            </p:nvSpPr>
            <p:spPr>
              <a:xfrm>
                <a:off x="128520" y="1382760"/>
                <a:ext cx="142200" cy="475560"/>
              </a:xfrm>
              <a:custGeom>
                <a:avLst/>
                <a:gdLst>
                  <a:gd name="textAreaLeft" fmla="*/ 0 w 142200"/>
                  <a:gd name="textAreaRight" fmla="*/ 142920 w 142200"/>
                  <a:gd name="textAreaTop" fmla="*/ 0 h 475560"/>
                  <a:gd name="textAreaBottom" fmla="*/ 476280 h 47556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1280" tIns="45000" rIns="7128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24" name="Freeform 20"/>
              <p:cNvSpPr/>
              <p:nvPr/>
            </p:nvSpPr>
            <p:spPr>
              <a:xfrm>
                <a:off x="204840" y="1849320"/>
                <a:ext cx="113760" cy="107280"/>
              </a:xfrm>
              <a:custGeom>
                <a:avLst/>
                <a:gdLst>
                  <a:gd name="textAreaLeft" fmla="*/ 0 w 113760"/>
                  <a:gd name="textAreaRight" fmla="*/ 114480 w 113760"/>
                  <a:gd name="textAreaTop" fmla="*/ 0 h 107280"/>
                  <a:gd name="textAreaBottom" fmla="*/ 108000 h 10728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56880" tIns="45000" rIns="5688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25" name="Rectangle 21"/>
              <p:cNvSpPr/>
              <p:nvPr/>
            </p:nvSpPr>
            <p:spPr>
              <a:xfrm>
                <a:off x="133200" y="466236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26" name="Freeform 22"/>
              <p:cNvSpPr/>
              <p:nvPr/>
            </p:nvSpPr>
            <p:spPr>
              <a:xfrm>
                <a:off x="223920" y="5041800"/>
                <a:ext cx="369000" cy="180108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01080"/>
                  <a:gd name="textAreaBottom" fmla="*/ 1801800 h 180108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27" name="Freeform 23"/>
              <p:cNvSpPr/>
              <p:nvPr/>
            </p:nvSpPr>
            <p:spPr>
              <a:xfrm>
                <a:off x="52560" y="4481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28" name="Freeform 24"/>
              <p:cNvSpPr/>
              <p:nvPr/>
            </p:nvSpPr>
            <p:spPr>
              <a:xfrm>
                <a:off x="-14400" y="5627520"/>
                <a:ext cx="84960" cy="1215360"/>
              </a:xfrm>
              <a:custGeom>
                <a:avLst/>
                <a:gdLst>
                  <a:gd name="textAreaLeft" fmla="*/ 0 w 84960"/>
                  <a:gd name="textAreaRight" fmla="*/ 85680 w 84960"/>
                  <a:gd name="textAreaTop" fmla="*/ 0 h 1215360"/>
                  <a:gd name="textAreaBottom" fmla="*/ 1216080 h 121536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42480" tIns="45000" rIns="4248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29" name="Freeform 25"/>
              <p:cNvSpPr/>
              <p:nvPr/>
            </p:nvSpPr>
            <p:spPr>
              <a:xfrm>
                <a:off x="527040" y="4867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30" name="Freeform 26"/>
              <p:cNvSpPr/>
              <p:nvPr/>
            </p:nvSpPr>
            <p:spPr>
              <a:xfrm>
                <a:off x="309600" y="5423040"/>
                <a:ext cx="374040" cy="1424880"/>
              </a:xfrm>
              <a:custGeom>
                <a:avLst/>
                <a:gdLst>
                  <a:gd name="textAreaLeft" fmla="*/ 0 w 374040"/>
                  <a:gd name="textAreaRight" fmla="*/ 374760 w 374040"/>
                  <a:gd name="textAreaTop" fmla="*/ 0 h 1424880"/>
                  <a:gd name="textAreaBottom" fmla="*/ 1425600 h 142488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31" name="Freeform 27"/>
              <p:cNvSpPr/>
              <p:nvPr/>
            </p:nvSpPr>
            <p:spPr>
              <a:xfrm>
                <a:off x="569880" y="594504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5960" tIns="45000" rIns="7596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32" name="Freeform 28"/>
              <p:cNvSpPr/>
              <p:nvPr/>
            </p:nvSpPr>
            <p:spPr>
              <a:xfrm>
                <a:off x="612720" y="5246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33" name="Freeform 29"/>
              <p:cNvSpPr/>
              <p:nvPr/>
            </p:nvSpPr>
            <p:spPr>
              <a:xfrm>
                <a:off x="612720" y="57643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34" name="Freeform 30"/>
              <p:cNvSpPr/>
              <p:nvPr/>
            </p:nvSpPr>
            <p:spPr>
              <a:xfrm>
                <a:off x="669960" y="6330960"/>
                <a:ext cx="416880" cy="51696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6960"/>
                  <a:gd name="textAreaBottom" fmla="*/ 517680 h 51696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35" name="Freeform 31"/>
              <p:cNvSpPr/>
              <p:nvPr/>
            </p:nvSpPr>
            <p:spPr>
              <a:xfrm>
                <a:off x="1049400" y="6221520"/>
                <a:ext cx="156600" cy="14688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46880"/>
                  <a:gd name="textAreaBottom" fmla="*/ 147600 h 14688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  <p:grpSp>
          <p:nvGrpSpPr>
            <p:cNvPr id="957" name="Group 9"/>
            <p:cNvGrpSpPr/>
            <p:nvPr/>
          </p:nvGrpSpPr>
          <p:grpSpPr>
            <a:xfrm>
              <a:off x="11364840" y="0"/>
              <a:ext cx="673920" cy="6847920"/>
              <a:chOff x="11364840" y="0"/>
              <a:chExt cx="673920" cy="6847920"/>
            </a:xfrm>
          </p:grpSpPr>
          <p:sp>
            <p:nvSpPr>
              <p:cNvPr id="937" name="Freeform 32"/>
              <p:cNvSpPr/>
              <p:nvPr/>
            </p:nvSpPr>
            <p:spPr>
              <a:xfrm>
                <a:off x="11484000" y="0"/>
                <a:ext cx="416880" cy="51192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1920"/>
                  <a:gd name="textAreaBottom" fmla="*/ 512640 h 51192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38" name="Freeform 33"/>
              <p:cNvSpPr/>
              <p:nvPr/>
            </p:nvSpPr>
            <p:spPr>
              <a:xfrm>
                <a:off x="11364840" y="474840"/>
                <a:ext cx="156600" cy="15156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1560"/>
                  <a:gd name="textAreaBottom" fmla="*/ 152280 h 15156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39" name="Freeform 34"/>
              <p:cNvSpPr/>
              <p:nvPr/>
            </p:nvSpPr>
            <p:spPr>
              <a:xfrm>
                <a:off x="11631600" y="1539720"/>
                <a:ext cx="188280" cy="18972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40" name="Freeform 35"/>
              <p:cNvSpPr/>
              <p:nvPr/>
            </p:nvSpPr>
            <p:spPr>
              <a:xfrm>
                <a:off x="11531520" y="5694480"/>
                <a:ext cx="297720" cy="1153440"/>
              </a:xfrm>
              <a:custGeom>
                <a:avLst/>
                <a:gdLst>
                  <a:gd name="textAreaLeft" fmla="*/ 0 w 297720"/>
                  <a:gd name="textAreaRight" fmla="*/ 298440 w 297720"/>
                  <a:gd name="textAreaTop" fmla="*/ 0 h 1153440"/>
                  <a:gd name="textAreaBottom" fmla="*/ 1154160 h 115344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41" name="Freeform 36"/>
              <p:cNvSpPr/>
              <p:nvPr/>
            </p:nvSpPr>
            <p:spPr>
              <a:xfrm>
                <a:off x="11773080" y="5551560"/>
                <a:ext cx="156600" cy="15480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4800"/>
                  <a:gd name="textAreaBottom" fmla="*/ 155520 h 15480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42" name="Freeform 37"/>
              <p:cNvSpPr/>
              <p:nvPr/>
            </p:nvSpPr>
            <p:spPr>
              <a:xfrm>
                <a:off x="11711160" y="4680"/>
                <a:ext cx="304200" cy="1544040"/>
              </a:xfrm>
              <a:custGeom>
                <a:avLst/>
                <a:gdLst>
                  <a:gd name="textAreaLeft" fmla="*/ 0 w 304200"/>
                  <a:gd name="textAreaRight" fmla="*/ 304920 w 304200"/>
                  <a:gd name="textAreaTop" fmla="*/ 0 h 1544040"/>
                  <a:gd name="textAreaBottom" fmla="*/ 1544760 h 154404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43" name="Freeform 38"/>
              <p:cNvSpPr/>
              <p:nvPr/>
            </p:nvSpPr>
            <p:spPr>
              <a:xfrm>
                <a:off x="11636280" y="4867200"/>
                <a:ext cx="188280" cy="18828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44" name="Freeform 39"/>
              <p:cNvSpPr/>
              <p:nvPr/>
            </p:nvSpPr>
            <p:spPr>
              <a:xfrm>
                <a:off x="11441160" y="5046840"/>
                <a:ext cx="307080" cy="1801080"/>
              </a:xfrm>
              <a:custGeom>
                <a:avLst/>
                <a:gdLst>
                  <a:gd name="textAreaLeft" fmla="*/ 0 w 307080"/>
                  <a:gd name="textAreaRight" fmla="*/ 307800 w 307080"/>
                  <a:gd name="textAreaTop" fmla="*/ 0 h 1801080"/>
                  <a:gd name="textAreaBottom" fmla="*/ 1801800 h 180108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45" name="Freeform 40"/>
              <p:cNvSpPr/>
              <p:nvPr/>
            </p:nvSpPr>
            <p:spPr>
              <a:xfrm>
                <a:off x="11849040" y="641664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46" name="Rectangle 41"/>
              <p:cNvSpPr/>
              <p:nvPr/>
            </p:nvSpPr>
            <p:spPr>
              <a:xfrm>
                <a:off x="11939760" y="6595920"/>
                <a:ext cx="23040" cy="251640"/>
              </a:xfrm>
              <a:prstGeom prst="rect">
                <a:avLst/>
              </a:pr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</p:grpSp>
      <p:sp>
        <p:nvSpPr>
          <p:cNvPr id="958" name="PlaceHolder 1"/>
          <p:cNvSpPr>
            <a:spLocks noGrp="1"/>
          </p:cNvSpPr>
          <p:nvPr>
            <p:ph type="title"/>
          </p:nvPr>
        </p:nvSpPr>
        <p:spPr>
          <a:xfrm>
            <a:off x="1141560" y="1110240"/>
            <a:ext cx="9905400" cy="494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the title text format</a:t>
            </a:r>
          </a:p>
        </p:txBody>
      </p:sp>
      <p:sp>
        <p:nvSpPr>
          <p:cNvPr id="959" name="PlaceHolder 2"/>
          <p:cNvSpPr>
            <a:spLocks noGrp="1"/>
          </p:cNvSpPr>
          <p:nvPr>
            <p:ph type="body"/>
          </p:nvPr>
        </p:nvSpPr>
        <p:spPr>
          <a:xfrm>
            <a:off x="1141560" y="2249640"/>
            <a:ext cx="2379960" cy="354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  <a:lvl2pPr lvl="1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2pPr>
            <a:lvl3pPr lvl="2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highlight>
                  <a:srgbClr val="EA7500"/>
                </a:highlight>
                <a:uFillTx/>
                <a:latin typeface="Tw Cen MT"/>
              </a:defRPr>
            </a:lvl3pPr>
            <a:lvl4pPr lvl="3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4pPr>
            <a:lvl5pPr lvl="4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5pPr>
            <a:lvl6pPr lvl="5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6pPr>
            <a:lvl7pPr lvl="6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7pPr>
          </a:lstStyle>
          <a:p>
            <a:pPr indent="-3240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the outline text format</a:t>
            </a:r>
          </a:p>
          <a:p>
            <a:pPr marL="864000" lvl="1" indent="-3240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Second Outline Level</a:t>
            </a:r>
          </a:p>
          <a:p>
            <a:pPr marL="1296000" lvl="2" indent="-2880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highlight>
                  <a:srgbClr val="EA7500"/>
                </a:highlight>
                <a:uFillTx/>
                <a:latin typeface="Tw Cen MT"/>
              </a:rPr>
              <a:t>Third Outline Level</a:t>
            </a:r>
          </a:p>
          <a:p>
            <a:pPr marL="1728000" lvl="3" indent="-2160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Fourth Outline Level</a:t>
            </a:r>
          </a:p>
          <a:p>
            <a:pPr marL="2160000" lvl="4" indent="-2160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Fifth Outline Level</a:t>
            </a:r>
          </a:p>
          <a:p>
            <a:pPr marL="2592000" lvl="5" indent="-216000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Sixth Outline Level</a:t>
            </a:r>
          </a:p>
          <a:p>
            <a:pPr marL="3024000" lvl="6" indent="-216000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Seventh Outline Level</a:t>
            </a:r>
          </a:p>
        </p:txBody>
      </p:sp>
      <p:sp>
        <p:nvSpPr>
          <p:cNvPr id="960" name="PlaceHolder 3"/>
          <p:cNvSpPr>
            <a:spLocks noGrp="1"/>
          </p:cNvSpPr>
          <p:nvPr>
            <p:ph type="body"/>
          </p:nvPr>
        </p:nvSpPr>
        <p:spPr>
          <a:xfrm>
            <a:off x="3641400" y="2249640"/>
            <a:ext cx="2379960" cy="354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  <a:lvl2pPr lvl="1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2pPr>
            <a:lvl3pPr lvl="2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highlight>
                  <a:srgbClr val="EA7500"/>
                </a:highlight>
                <a:uFillTx/>
                <a:latin typeface="Tw Cen MT"/>
              </a:defRPr>
            </a:lvl3pPr>
            <a:lvl4pPr lvl="3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4pPr>
            <a:lvl5pPr lvl="4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5pPr>
            <a:lvl6pPr lvl="5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6pPr>
            <a:lvl7pPr lvl="6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7pPr>
          </a:lstStyle>
          <a:p>
            <a:pPr indent="-3240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the outline text format</a:t>
            </a:r>
          </a:p>
          <a:p>
            <a:pPr marL="864000" lvl="1" indent="-3240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Second Outline Level</a:t>
            </a:r>
          </a:p>
          <a:p>
            <a:pPr marL="1296000" lvl="2" indent="-2880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highlight>
                  <a:srgbClr val="EA7500"/>
                </a:highlight>
                <a:uFillTx/>
                <a:latin typeface="Tw Cen MT"/>
              </a:rPr>
              <a:t>Third Outline Level</a:t>
            </a:r>
          </a:p>
          <a:p>
            <a:pPr marL="1728000" lvl="3" indent="-2160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Fourth Outline Level</a:t>
            </a:r>
          </a:p>
          <a:p>
            <a:pPr marL="2160000" lvl="4" indent="-2160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Fifth Outline Level</a:t>
            </a:r>
          </a:p>
          <a:p>
            <a:pPr marL="2592000" lvl="5" indent="-216000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Sixth Outline Level</a:t>
            </a:r>
          </a:p>
          <a:p>
            <a:pPr marL="3024000" lvl="6" indent="-216000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Seventh Outline Level</a:t>
            </a:r>
          </a:p>
        </p:txBody>
      </p:sp>
      <p:sp>
        <p:nvSpPr>
          <p:cNvPr id="961" name="PlaceHolder 4"/>
          <p:cNvSpPr>
            <a:spLocks noGrp="1"/>
          </p:cNvSpPr>
          <p:nvPr>
            <p:ph type="ftr" idx="58"/>
          </p:nvPr>
        </p:nvSpPr>
        <p:spPr>
          <a:xfrm>
            <a:off x="1141560" y="5883120"/>
            <a:ext cx="623844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+mn-cs"/>
              </a:rPr>
              <a:t>&lt;footer&gt;</a:t>
            </a:r>
          </a:p>
        </p:txBody>
      </p:sp>
      <p:sp>
        <p:nvSpPr>
          <p:cNvPr id="962" name="PlaceHolder 5"/>
          <p:cNvSpPr>
            <a:spLocks noGrp="1"/>
          </p:cNvSpPr>
          <p:nvPr>
            <p:ph type="sldNum" idx="59"/>
          </p:nvPr>
        </p:nvSpPr>
        <p:spPr>
          <a:xfrm>
            <a:off x="10276200" y="5883120"/>
            <a:ext cx="7704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fld id="{2FE15D71-B2D9-496E-ABA2-37761EE4C4BE}" type="slidenum"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Tw Cen MT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0" algn="l"/>
                </a:tabLst>
                <a:defRPr/>
              </a:pPr>
              <a:t>‹#›</a:t>
            </a:fld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  <p:sp>
        <p:nvSpPr>
          <p:cNvPr id="963" name="PlaceHolder 6"/>
          <p:cNvSpPr>
            <a:spLocks noGrp="1"/>
          </p:cNvSpPr>
          <p:nvPr>
            <p:ph type="dt" idx="60"/>
          </p:nvPr>
        </p:nvSpPr>
        <p:spPr>
          <a:xfrm>
            <a:off x="7457040" y="58831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+mn-cs"/>
              </a:rPr>
              <a:t>&lt;date/time&gt;</a:t>
            </a:r>
          </a:p>
        </p:txBody>
      </p:sp>
    </p:spTree>
    <p:extLst>
      <p:ext uri="{BB962C8B-B14F-4D97-AF65-F5344CB8AC3E}">
        <p14:creationId xmlns:p14="http://schemas.microsoft.com/office/powerpoint/2010/main" val="3246534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17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6" Type="http://schemas.openxmlformats.org/officeDocument/2006/relationships/slideLayout" Target="../slideLayouts/slideLayout17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0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Relationship Id="rId4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2.xml"/><Relationship Id="rId1" Type="http://schemas.openxmlformats.org/officeDocument/2006/relationships/slideLayout" Target="../slideLayouts/slideLayout21.xml"/><Relationship Id="rId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\\DROBO-FS\QuickDrops\JB\PPTX NG\Droplets\LightingOverlay.png" hidden="1"/>
          <p:cNvPicPr/>
          <p:nvPr/>
        </p:nvPicPr>
        <p:blipFill>
          <a:blip r:embed="rId3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3" name="Group 7"/>
          <p:cNvGrpSpPr/>
          <p:nvPr/>
        </p:nvGrpSpPr>
        <p:grpSpPr>
          <a:xfrm>
            <a:off x="-14400" y="0"/>
            <a:ext cx="12053160" cy="6857280"/>
            <a:chOff x="-14400" y="0"/>
            <a:chExt cx="12053160" cy="6857280"/>
          </a:xfrm>
        </p:grpSpPr>
        <p:grpSp>
          <p:nvGrpSpPr>
            <p:cNvPr id="4" name="Group 8"/>
            <p:cNvGrpSpPr/>
            <p:nvPr/>
          </p:nvGrpSpPr>
          <p:grpSpPr>
            <a:xfrm>
              <a:off x="-14400" y="0"/>
              <a:ext cx="1220400" cy="6857280"/>
              <a:chOff x="-14400" y="0"/>
              <a:chExt cx="1220400" cy="6857280"/>
            </a:xfrm>
          </p:grpSpPr>
          <p:sp>
            <p:nvSpPr>
              <p:cNvPr id="5" name="Rectangle 5"/>
              <p:cNvSpPr/>
              <p:nvPr/>
            </p:nvSpPr>
            <p:spPr>
              <a:xfrm>
                <a:off x="114480" y="468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" name="Freeform 6"/>
              <p:cNvSpPr/>
              <p:nvPr/>
            </p:nvSpPr>
            <p:spPr>
              <a:xfrm>
                <a:off x="33480" y="217656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" name="Freeform 7"/>
              <p:cNvSpPr/>
              <p:nvPr/>
            </p:nvSpPr>
            <p:spPr>
              <a:xfrm>
                <a:off x="28440" y="4021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" name="Freeform 8"/>
              <p:cNvSpPr/>
              <p:nvPr/>
            </p:nvSpPr>
            <p:spPr>
              <a:xfrm>
                <a:off x="200160" y="4680"/>
                <a:ext cx="369000" cy="181044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10440"/>
                  <a:gd name="textAreaBottom" fmla="*/ 1811160 h 181044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" name="Freeform 9"/>
              <p:cNvSpPr/>
              <p:nvPr/>
            </p:nvSpPr>
            <p:spPr>
              <a:xfrm>
                <a:off x="503280" y="18018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" name="Freeform 10"/>
              <p:cNvSpPr/>
              <p:nvPr/>
            </p:nvSpPr>
            <p:spPr>
              <a:xfrm>
                <a:off x="285840" y="4680"/>
                <a:ext cx="369000" cy="142956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429560"/>
                  <a:gd name="textAreaBottom" fmla="*/ 1430280 h 142956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" name="Freeform 11"/>
              <p:cNvSpPr/>
              <p:nvPr/>
            </p:nvSpPr>
            <p:spPr>
              <a:xfrm>
                <a:off x="546120" y="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5960" tIns="45000" rIns="759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" name="Freeform 12"/>
              <p:cNvSpPr/>
              <p:nvPr/>
            </p:nvSpPr>
            <p:spPr>
              <a:xfrm>
                <a:off x="588960" y="14209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588960" y="9032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641520" y="0"/>
                <a:ext cx="421560" cy="526320"/>
              </a:xfrm>
              <a:custGeom>
                <a:avLst/>
                <a:gdLst>
                  <a:gd name="textAreaLeft" fmla="*/ 0 w 421560"/>
                  <a:gd name="textAreaRight" fmla="*/ 422280 w 421560"/>
                  <a:gd name="textAreaTop" fmla="*/ 0 h 526320"/>
                  <a:gd name="textAreaBottom" fmla="*/ 527040 h 52632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" name="Freeform 15"/>
              <p:cNvSpPr/>
              <p:nvPr/>
            </p:nvSpPr>
            <p:spPr>
              <a:xfrm>
                <a:off x="1020600" y="488880"/>
                <a:ext cx="161280" cy="146880"/>
              </a:xfrm>
              <a:custGeom>
                <a:avLst/>
                <a:gdLst>
                  <a:gd name="textAreaLeft" fmla="*/ 0 w 161280"/>
                  <a:gd name="textAreaRight" fmla="*/ 162000 w 161280"/>
                  <a:gd name="textAreaTop" fmla="*/ 0 h 146880"/>
                  <a:gd name="textAreaBottom" fmla="*/ 147600 h 14688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80640" tIns="45000" rIns="8064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-44640" rIns="0" bIns="-44640" anchor="t" anchorCtr="1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9360" y="1801800"/>
                <a:ext cx="123120" cy="126360"/>
              </a:xfrm>
              <a:custGeom>
                <a:avLst/>
                <a:gdLst>
                  <a:gd name="textAreaLeft" fmla="*/ 0 w 123120"/>
                  <a:gd name="textAreaRight" fmla="*/ 123840 w 123120"/>
                  <a:gd name="textAreaTop" fmla="*/ 0 h 126360"/>
                  <a:gd name="textAreaBottom" fmla="*/ 127080 h 12636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61560" tIns="45000" rIns="615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" name="Freeform 18"/>
              <p:cNvSpPr/>
              <p:nvPr/>
            </p:nvSpPr>
            <p:spPr>
              <a:xfrm>
                <a:off x="-9360" y="3549600"/>
                <a:ext cx="146880" cy="480240"/>
              </a:xfrm>
              <a:custGeom>
                <a:avLst/>
                <a:gdLst>
                  <a:gd name="textAreaLeft" fmla="*/ 0 w 146880"/>
                  <a:gd name="textAreaRight" fmla="*/ 147600 w 146880"/>
                  <a:gd name="textAreaTop" fmla="*/ 0 h 480240"/>
                  <a:gd name="textAreaBottom" fmla="*/ 480960 h 48024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3440" tIns="45000" rIns="7344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" name="Freeform 19"/>
              <p:cNvSpPr/>
              <p:nvPr/>
            </p:nvSpPr>
            <p:spPr>
              <a:xfrm>
                <a:off x="128520" y="1382760"/>
                <a:ext cx="142200" cy="475560"/>
              </a:xfrm>
              <a:custGeom>
                <a:avLst/>
                <a:gdLst>
                  <a:gd name="textAreaLeft" fmla="*/ 0 w 142200"/>
                  <a:gd name="textAreaRight" fmla="*/ 142920 w 142200"/>
                  <a:gd name="textAreaTop" fmla="*/ 0 h 475560"/>
                  <a:gd name="textAreaBottom" fmla="*/ 476280 h 47556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1280" tIns="45000" rIns="712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204840" y="1849320"/>
                <a:ext cx="113760" cy="107280"/>
              </a:xfrm>
              <a:custGeom>
                <a:avLst/>
                <a:gdLst>
                  <a:gd name="textAreaLeft" fmla="*/ 0 w 113760"/>
                  <a:gd name="textAreaRight" fmla="*/ 114480 w 113760"/>
                  <a:gd name="textAreaTop" fmla="*/ 0 h 107280"/>
                  <a:gd name="textAreaBottom" fmla="*/ 108000 h 10728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56880" tIns="45000" rIns="568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" name="Rectangle 21"/>
              <p:cNvSpPr/>
              <p:nvPr/>
            </p:nvSpPr>
            <p:spPr>
              <a:xfrm>
                <a:off x="133200" y="4662360"/>
                <a:ext cx="23040" cy="218052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223920" y="5041800"/>
                <a:ext cx="369000" cy="1801080"/>
              </a:xfrm>
              <a:custGeom>
                <a:avLst/>
                <a:gdLst>
                  <a:gd name="textAreaLeft" fmla="*/ 0 w 369000"/>
                  <a:gd name="textAreaRight" fmla="*/ 369720 w 369000"/>
                  <a:gd name="textAreaTop" fmla="*/ 0 h 1801080"/>
                  <a:gd name="textAreaBottom" fmla="*/ 1801800 h 180108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52560" y="4481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" name="Freeform 24"/>
              <p:cNvSpPr/>
              <p:nvPr/>
            </p:nvSpPr>
            <p:spPr>
              <a:xfrm>
                <a:off x="-14400" y="5627520"/>
                <a:ext cx="84960" cy="1215360"/>
              </a:xfrm>
              <a:custGeom>
                <a:avLst/>
                <a:gdLst>
                  <a:gd name="textAreaLeft" fmla="*/ 0 w 84960"/>
                  <a:gd name="textAreaRight" fmla="*/ 85680 w 84960"/>
                  <a:gd name="textAreaTop" fmla="*/ 0 h 1215360"/>
                  <a:gd name="textAreaBottom" fmla="*/ 1216080 h 121536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42480" tIns="45000" rIns="42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" name="Freeform 25"/>
              <p:cNvSpPr/>
              <p:nvPr/>
            </p:nvSpPr>
            <p:spPr>
              <a:xfrm>
                <a:off x="527040" y="486720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309600" y="5423040"/>
                <a:ext cx="374040" cy="1424880"/>
              </a:xfrm>
              <a:custGeom>
                <a:avLst/>
                <a:gdLst>
                  <a:gd name="textAreaLeft" fmla="*/ 0 w 374040"/>
                  <a:gd name="textAreaRight" fmla="*/ 374760 w 374040"/>
                  <a:gd name="textAreaTop" fmla="*/ 0 h 1424880"/>
                  <a:gd name="textAreaBottom" fmla="*/ 1425600 h 142488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569880" y="5945040"/>
                <a:ext cx="151560" cy="912240"/>
              </a:xfrm>
              <a:custGeom>
                <a:avLst/>
                <a:gdLst>
                  <a:gd name="textAreaLeft" fmla="*/ 0 w 151560"/>
                  <a:gd name="textAreaRight" fmla="*/ 152280 w 151560"/>
                  <a:gd name="textAreaTop" fmla="*/ 0 h 912240"/>
                  <a:gd name="textAreaBottom" fmla="*/ 912960 h 91224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5960" tIns="45000" rIns="7596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" name="Freeform 28"/>
              <p:cNvSpPr/>
              <p:nvPr/>
            </p:nvSpPr>
            <p:spPr>
              <a:xfrm>
                <a:off x="612720" y="524664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" name="Freeform 29"/>
              <p:cNvSpPr/>
              <p:nvPr/>
            </p:nvSpPr>
            <p:spPr>
              <a:xfrm>
                <a:off x="612720" y="5764320"/>
                <a:ext cx="189720" cy="18972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" name="Freeform 30"/>
              <p:cNvSpPr/>
              <p:nvPr/>
            </p:nvSpPr>
            <p:spPr>
              <a:xfrm>
                <a:off x="669960" y="6330960"/>
                <a:ext cx="416880" cy="51696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6960"/>
                  <a:gd name="textAreaBottom" fmla="*/ 517680 h 51696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" name="Freeform 31"/>
              <p:cNvSpPr/>
              <p:nvPr/>
            </p:nvSpPr>
            <p:spPr>
              <a:xfrm>
                <a:off x="1049400" y="6221520"/>
                <a:ext cx="156600" cy="14688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46880"/>
                  <a:gd name="textAreaBottom" fmla="*/ 147600 h 14688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32" name="Group 9"/>
            <p:cNvGrpSpPr/>
            <p:nvPr/>
          </p:nvGrpSpPr>
          <p:grpSpPr>
            <a:xfrm>
              <a:off x="11364840" y="0"/>
              <a:ext cx="673920" cy="6847920"/>
              <a:chOff x="11364840" y="0"/>
              <a:chExt cx="673920" cy="6847920"/>
            </a:xfrm>
          </p:grpSpPr>
          <p:sp>
            <p:nvSpPr>
              <p:cNvPr id="33" name="Freeform 32"/>
              <p:cNvSpPr/>
              <p:nvPr/>
            </p:nvSpPr>
            <p:spPr>
              <a:xfrm>
                <a:off x="11484000" y="0"/>
                <a:ext cx="416880" cy="511920"/>
              </a:xfrm>
              <a:custGeom>
                <a:avLst/>
                <a:gdLst>
                  <a:gd name="textAreaLeft" fmla="*/ 0 w 416880"/>
                  <a:gd name="textAreaRight" fmla="*/ 417600 w 416880"/>
                  <a:gd name="textAreaTop" fmla="*/ 0 h 511920"/>
                  <a:gd name="textAreaBottom" fmla="*/ 512640 h 51192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" name="Freeform 33"/>
              <p:cNvSpPr/>
              <p:nvPr/>
            </p:nvSpPr>
            <p:spPr>
              <a:xfrm>
                <a:off x="11364840" y="474840"/>
                <a:ext cx="156600" cy="15156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1560"/>
                  <a:gd name="textAreaBottom" fmla="*/ 152280 h 15156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" name="Freeform 34"/>
              <p:cNvSpPr/>
              <p:nvPr/>
            </p:nvSpPr>
            <p:spPr>
              <a:xfrm>
                <a:off x="11631600" y="1539720"/>
                <a:ext cx="188280" cy="18972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9720"/>
                  <a:gd name="textAreaBottom" fmla="*/ 190440 h 18972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" name="Freeform 35"/>
              <p:cNvSpPr/>
              <p:nvPr/>
            </p:nvSpPr>
            <p:spPr>
              <a:xfrm>
                <a:off x="11531520" y="5694480"/>
                <a:ext cx="297720" cy="1153440"/>
              </a:xfrm>
              <a:custGeom>
                <a:avLst/>
                <a:gdLst>
                  <a:gd name="textAreaLeft" fmla="*/ 0 w 297720"/>
                  <a:gd name="textAreaRight" fmla="*/ 298440 w 297720"/>
                  <a:gd name="textAreaTop" fmla="*/ 0 h 1153440"/>
                  <a:gd name="textAreaBottom" fmla="*/ 1154160 h 115344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7" name="Freeform 36"/>
              <p:cNvSpPr/>
              <p:nvPr/>
            </p:nvSpPr>
            <p:spPr>
              <a:xfrm>
                <a:off x="11773080" y="5551560"/>
                <a:ext cx="156600" cy="154800"/>
              </a:xfrm>
              <a:custGeom>
                <a:avLst/>
                <a:gdLst>
                  <a:gd name="textAreaLeft" fmla="*/ 0 w 156600"/>
                  <a:gd name="textAreaRight" fmla="*/ 157320 w 156600"/>
                  <a:gd name="textAreaTop" fmla="*/ 0 h 154800"/>
                  <a:gd name="textAreaBottom" fmla="*/ 155520 h 15480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78480" tIns="45000" rIns="7848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" name="Freeform 37"/>
              <p:cNvSpPr/>
              <p:nvPr/>
            </p:nvSpPr>
            <p:spPr>
              <a:xfrm>
                <a:off x="11711160" y="4680"/>
                <a:ext cx="304200" cy="1544040"/>
              </a:xfrm>
              <a:custGeom>
                <a:avLst/>
                <a:gdLst>
                  <a:gd name="textAreaLeft" fmla="*/ 0 w 304200"/>
                  <a:gd name="textAreaRight" fmla="*/ 304920 w 304200"/>
                  <a:gd name="textAreaTop" fmla="*/ 0 h 1544040"/>
                  <a:gd name="textAreaBottom" fmla="*/ 1544760 h 154404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" name="Freeform 38"/>
              <p:cNvSpPr/>
              <p:nvPr/>
            </p:nvSpPr>
            <p:spPr>
              <a:xfrm>
                <a:off x="11636280" y="4867200"/>
                <a:ext cx="188280" cy="188280"/>
              </a:xfrm>
              <a:custGeom>
                <a:avLst/>
                <a:gdLst>
                  <a:gd name="textAreaLeft" fmla="*/ 0 w 188280"/>
                  <a:gd name="textAreaRight" fmla="*/ 189000 w 18828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" name="Freeform 39"/>
              <p:cNvSpPr/>
              <p:nvPr/>
            </p:nvSpPr>
            <p:spPr>
              <a:xfrm>
                <a:off x="11441160" y="5046840"/>
                <a:ext cx="307080" cy="1801080"/>
              </a:xfrm>
              <a:custGeom>
                <a:avLst/>
                <a:gdLst>
                  <a:gd name="textAreaLeft" fmla="*/ 0 w 307080"/>
                  <a:gd name="textAreaRight" fmla="*/ 307800 w 307080"/>
                  <a:gd name="textAreaTop" fmla="*/ 0 h 1801080"/>
                  <a:gd name="textAreaBottom" fmla="*/ 1801800 h 180108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" name="Freeform 40"/>
              <p:cNvSpPr/>
              <p:nvPr/>
            </p:nvSpPr>
            <p:spPr>
              <a:xfrm>
                <a:off x="11849040" y="6416640"/>
                <a:ext cx="189720" cy="188280"/>
              </a:xfrm>
              <a:custGeom>
                <a:avLst/>
                <a:gdLst>
                  <a:gd name="textAreaLeft" fmla="*/ 0 w 189720"/>
                  <a:gd name="textAreaRight" fmla="*/ 190440 w 189720"/>
                  <a:gd name="textAreaTop" fmla="*/ 0 h 188280"/>
                  <a:gd name="textAreaBottom" fmla="*/ 189000 h 1882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" name="Rectangle 41"/>
              <p:cNvSpPr/>
              <p:nvPr/>
            </p:nvSpPr>
            <p:spPr>
              <a:xfrm>
                <a:off x="11939760" y="6595920"/>
                <a:ext cx="23040" cy="251640"/>
              </a:xfrm>
              <a:prstGeom prst="rect">
                <a:avLst/>
              </a:pr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520" tIns="45000" rIns="11520" bIns="45000" anchor="t">
                <a:noAutofit/>
              </a:bodyPr>
              <a:lstStyle/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pic>
        <p:nvPicPr>
          <p:cNvPr id="43" name="Picture 2" descr="\\DROBO-FS\QuickDrops\JB\PPTX NG\Droplets\LightingOverlay.png"/>
          <p:cNvPicPr/>
          <p:nvPr/>
        </p:nvPicPr>
        <p:blipFill>
          <a:blip r:embed="rId3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44" name="Group 10"/>
          <p:cNvGrpSpPr/>
          <p:nvPr/>
        </p:nvGrpSpPr>
        <p:grpSpPr>
          <a:xfrm>
            <a:off x="0" y="0"/>
            <a:ext cx="2304360" cy="6857280"/>
            <a:chOff x="0" y="0"/>
            <a:chExt cx="2304360" cy="6857280"/>
          </a:xfrm>
        </p:grpSpPr>
        <p:sp>
          <p:nvSpPr>
            <p:cNvPr id="45" name="Rectangle 5"/>
            <p:cNvSpPr/>
            <p:nvPr/>
          </p:nvSpPr>
          <p:spPr>
            <a:xfrm>
              <a:off x="1209600" y="4680"/>
              <a:ext cx="23040" cy="2180520"/>
            </a:xfrm>
            <a:prstGeom prst="rect">
              <a:avLst/>
            </a:pr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1520" tIns="45000" rIns="1152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6" name="Freeform 6"/>
            <p:cNvSpPr/>
            <p:nvPr/>
          </p:nvSpPr>
          <p:spPr>
            <a:xfrm>
              <a:off x="1128600" y="217656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7" name="Freeform 7"/>
            <p:cNvSpPr/>
            <p:nvPr/>
          </p:nvSpPr>
          <p:spPr>
            <a:xfrm>
              <a:off x="1123920" y="4021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8" name="Rectangle 8"/>
            <p:cNvSpPr/>
            <p:nvPr/>
          </p:nvSpPr>
          <p:spPr>
            <a:xfrm>
              <a:off x="414360" y="9360"/>
              <a:ext cx="27720" cy="4480920"/>
            </a:xfrm>
            <a:prstGeom prst="rect">
              <a:avLst/>
            </a:pr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4040" tIns="45000" rIns="1404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9" name="Freeform 9"/>
            <p:cNvSpPr/>
            <p:nvPr/>
          </p:nvSpPr>
          <p:spPr>
            <a:xfrm>
              <a:off x="333360" y="4481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0" name="Freeform 10"/>
            <p:cNvSpPr/>
            <p:nvPr/>
          </p:nvSpPr>
          <p:spPr>
            <a:xfrm>
              <a:off x="190440" y="9360"/>
              <a:ext cx="151560" cy="9072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07200"/>
                <a:gd name="textAreaBottom" fmla="*/ 907920 h 907200"/>
              </a:gdLst>
              <a:ahLst/>
              <a:cxnLst/>
              <a:rect l="textAreaLeft" t="textAreaTop" r="textAreaRight" b="textAreaBottom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75960" tIns="45000" rIns="7596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1" name="Freeform 11"/>
            <p:cNvSpPr/>
            <p:nvPr/>
          </p:nvSpPr>
          <p:spPr>
            <a:xfrm>
              <a:off x="1290600" y="14400"/>
              <a:ext cx="375480" cy="1801080"/>
            </a:xfrm>
            <a:custGeom>
              <a:avLst/>
              <a:gdLst>
                <a:gd name="textAreaLeft" fmla="*/ 0 w 375480"/>
                <a:gd name="textAreaRight" fmla="*/ 376200 w 375480"/>
                <a:gd name="textAreaTop" fmla="*/ 0 h 1801080"/>
                <a:gd name="textAreaBottom" fmla="*/ 1801800 h 1801080"/>
              </a:gdLst>
              <a:ahLst/>
              <a:cxnLst/>
              <a:rect l="textAreaLeft" t="textAreaTop" r="textAreaRight" b="textAreaBottom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2" name="Freeform 12"/>
            <p:cNvSpPr/>
            <p:nvPr/>
          </p:nvSpPr>
          <p:spPr>
            <a:xfrm>
              <a:off x="1600200" y="18018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3" name="Freeform 13"/>
            <p:cNvSpPr/>
            <p:nvPr/>
          </p:nvSpPr>
          <p:spPr>
            <a:xfrm>
              <a:off x="1380960" y="9360"/>
              <a:ext cx="370800" cy="1424880"/>
            </a:xfrm>
            <a:custGeom>
              <a:avLst/>
              <a:gdLst>
                <a:gd name="textAreaLeft" fmla="*/ 0 w 370800"/>
                <a:gd name="textAreaRight" fmla="*/ 371520 w 370800"/>
                <a:gd name="textAreaTop" fmla="*/ 0 h 1424880"/>
                <a:gd name="textAreaBottom" fmla="*/ 1425600 h 1424880"/>
              </a:gdLst>
              <a:ahLst/>
              <a:cxnLst/>
              <a:rect l="textAreaLeft" t="textAreaTop" r="textAreaRight" b="textAreaBottom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4" name="Freeform 14"/>
            <p:cNvSpPr/>
            <p:nvPr/>
          </p:nvSpPr>
          <p:spPr>
            <a:xfrm>
              <a:off x="1643040" y="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cxnLst/>
              <a:rect l="textAreaLeft" t="textAreaTop" r="textAreaRight" b="textAreaBottom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75960" tIns="45000" rIns="7596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5" name="Freeform 15"/>
            <p:cNvSpPr/>
            <p:nvPr/>
          </p:nvSpPr>
          <p:spPr>
            <a:xfrm>
              <a:off x="1685880" y="14209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6" name="Freeform 16"/>
            <p:cNvSpPr/>
            <p:nvPr/>
          </p:nvSpPr>
          <p:spPr>
            <a:xfrm>
              <a:off x="1685880" y="9032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7" name="Freeform 17"/>
            <p:cNvSpPr/>
            <p:nvPr/>
          </p:nvSpPr>
          <p:spPr>
            <a:xfrm>
              <a:off x="1743120" y="4680"/>
              <a:ext cx="418320" cy="521640"/>
            </a:xfrm>
            <a:custGeom>
              <a:avLst/>
              <a:gdLst>
                <a:gd name="textAreaLeft" fmla="*/ 0 w 418320"/>
                <a:gd name="textAreaRight" fmla="*/ 419040 w 418320"/>
                <a:gd name="textAreaTop" fmla="*/ 0 h 521640"/>
                <a:gd name="textAreaBottom" fmla="*/ 522360 h 521640"/>
              </a:gdLst>
              <a:ahLst/>
              <a:cxnLst/>
              <a:rect l="textAreaLeft" t="textAreaTop" r="textAreaRight" b="textAreaBottom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8" name="Freeform 18"/>
            <p:cNvSpPr/>
            <p:nvPr/>
          </p:nvSpPr>
          <p:spPr>
            <a:xfrm>
              <a:off x="2119320" y="488880"/>
              <a:ext cx="161280" cy="146880"/>
            </a:xfrm>
            <a:custGeom>
              <a:avLst/>
              <a:gdLst>
                <a:gd name="textAreaLeft" fmla="*/ 0 w 161280"/>
                <a:gd name="textAreaRight" fmla="*/ 162000 w 161280"/>
                <a:gd name="textAreaTop" fmla="*/ 0 h 146880"/>
                <a:gd name="textAreaBottom" fmla="*/ 147600 h 146880"/>
              </a:gdLst>
              <a:ahLst/>
              <a:cxnLst/>
              <a:rect l="textAreaLeft" t="textAreaTop" r="textAreaRight" b="textAreaBottom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80640" tIns="45000" rIns="8064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9" name="Freeform 19"/>
            <p:cNvSpPr/>
            <p:nvPr/>
          </p:nvSpPr>
          <p:spPr>
            <a:xfrm>
              <a:off x="952560" y="4680"/>
              <a:ext cx="151560" cy="9072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07200"/>
                <a:gd name="textAreaBottom" fmla="*/ 907920 h 907200"/>
              </a:gdLst>
              <a:ahLst/>
              <a:cxnLst/>
              <a:rect l="textAreaLeft" t="textAreaTop" r="textAreaRight" b="textAreaBottom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75960" tIns="45000" rIns="7596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0" name="Freeform 20"/>
            <p:cNvSpPr/>
            <p:nvPr/>
          </p:nvSpPr>
          <p:spPr>
            <a:xfrm>
              <a:off x="866880" y="9032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" name="Freeform 21"/>
            <p:cNvSpPr/>
            <p:nvPr/>
          </p:nvSpPr>
          <p:spPr>
            <a:xfrm>
              <a:off x="890640" y="15541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" name="Freeform 22"/>
            <p:cNvSpPr/>
            <p:nvPr/>
          </p:nvSpPr>
          <p:spPr>
            <a:xfrm>
              <a:off x="738360" y="5622840"/>
              <a:ext cx="337320" cy="1215360"/>
            </a:xfrm>
            <a:custGeom>
              <a:avLst/>
              <a:gdLst>
                <a:gd name="textAreaLeft" fmla="*/ 0 w 337320"/>
                <a:gd name="textAreaRight" fmla="*/ 338040 w 337320"/>
                <a:gd name="textAreaTop" fmla="*/ 0 h 1215360"/>
                <a:gd name="textAreaBottom" fmla="*/ 1216080 h 1215360"/>
              </a:gdLst>
              <a:ahLst/>
              <a:cxnLst/>
              <a:rect l="textAreaLeft" t="textAreaTop" r="textAreaRight" b="textAreaBottom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3" name="Freeform 23"/>
            <p:cNvSpPr/>
            <p:nvPr/>
          </p:nvSpPr>
          <p:spPr>
            <a:xfrm>
              <a:off x="647640" y="5479920"/>
              <a:ext cx="156600" cy="15660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6600"/>
                <a:gd name="textAreaBottom" fmla="*/ 157320 h 156600"/>
              </a:gdLst>
              <a:ahLst/>
              <a:cxn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78480" tIns="45000" rIns="7848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4" name="Freeform 24"/>
            <p:cNvSpPr/>
            <p:nvPr/>
          </p:nvSpPr>
          <p:spPr>
            <a:xfrm>
              <a:off x="66600" y="9032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5" name="Freeform 25"/>
            <p:cNvSpPr/>
            <p:nvPr/>
          </p:nvSpPr>
          <p:spPr>
            <a:xfrm>
              <a:off x="0" y="3897360"/>
              <a:ext cx="132480" cy="266040"/>
            </a:xfrm>
            <a:custGeom>
              <a:avLst/>
              <a:gdLst>
                <a:gd name="textAreaLeft" fmla="*/ 0 w 132480"/>
                <a:gd name="textAreaRight" fmla="*/ 133200 w 132480"/>
                <a:gd name="textAreaTop" fmla="*/ 0 h 266040"/>
                <a:gd name="textAreaBottom" fmla="*/ 266760 h 266040"/>
              </a:gdLst>
              <a:ahLst/>
              <a:cxnLst/>
              <a:rect l="textAreaLeft" t="textAreaTop" r="textAreaRight" b="textAreaBottom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45000" rIns="6624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6" name="Freeform 26"/>
            <p:cNvSpPr/>
            <p:nvPr/>
          </p:nvSpPr>
          <p:spPr>
            <a:xfrm>
              <a:off x="66600" y="414972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7" name="Freeform 27"/>
            <p:cNvSpPr/>
            <p:nvPr/>
          </p:nvSpPr>
          <p:spPr>
            <a:xfrm>
              <a:off x="0" y="1644480"/>
              <a:ext cx="132480" cy="269280"/>
            </a:xfrm>
            <a:custGeom>
              <a:avLst/>
              <a:gdLst>
                <a:gd name="textAreaLeft" fmla="*/ 0 w 132480"/>
                <a:gd name="textAreaRight" fmla="*/ 133200 w 132480"/>
                <a:gd name="textAreaTop" fmla="*/ 0 h 269280"/>
                <a:gd name="textAreaBottom" fmla="*/ 270000 h 269280"/>
              </a:gdLst>
              <a:ahLst/>
              <a:cxnLst/>
              <a:rect l="textAreaLeft" t="textAreaTop" r="textAreaRight" b="textAreaBottom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45000" rIns="6624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" name="Freeform 28"/>
            <p:cNvSpPr/>
            <p:nvPr/>
          </p:nvSpPr>
          <p:spPr>
            <a:xfrm>
              <a:off x="66600" y="14684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" name="Freeform 29"/>
            <p:cNvSpPr/>
            <p:nvPr/>
          </p:nvSpPr>
          <p:spPr>
            <a:xfrm>
              <a:off x="695160" y="4680"/>
              <a:ext cx="308880" cy="1558080"/>
            </a:xfrm>
            <a:custGeom>
              <a:avLst/>
              <a:gdLst>
                <a:gd name="textAreaLeft" fmla="*/ 0 w 308880"/>
                <a:gd name="textAreaRight" fmla="*/ 309600 w 308880"/>
                <a:gd name="textAreaTop" fmla="*/ 0 h 1558080"/>
                <a:gd name="textAreaBottom" fmla="*/ 1558800 h 1558080"/>
              </a:gdLst>
              <a:ahLst/>
              <a:cxnLst/>
              <a:rect l="textAreaLeft" t="textAreaTop" r="textAreaRight" b="textAreaBottom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" name="Freeform 30"/>
            <p:cNvSpPr/>
            <p:nvPr/>
          </p:nvSpPr>
          <p:spPr>
            <a:xfrm>
              <a:off x="57240" y="48816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" name="Freeform 31"/>
            <p:cNvSpPr/>
            <p:nvPr/>
          </p:nvSpPr>
          <p:spPr>
            <a:xfrm>
              <a:off x="138240" y="5060880"/>
              <a:ext cx="304200" cy="177732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777320"/>
                <a:gd name="textAreaBottom" fmla="*/ 1778040 h 1777320"/>
              </a:gdLst>
              <a:ahLst/>
              <a:cxnLst/>
              <a:rect l="textAreaLeft" t="textAreaTop" r="textAreaRight" b="textAreaBottom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" name="Freeform 32"/>
            <p:cNvSpPr/>
            <p:nvPr/>
          </p:nvSpPr>
          <p:spPr>
            <a:xfrm>
              <a:off x="561960" y="643104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" name="Rectangle 33"/>
            <p:cNvSpPr/>
            <p:nvPr/>
          </p:nvSpPr>
          <p:spPr>
            <a:xfrm>
              <a:off x="642960" y="6610320"/>
              <a:ext cx="23040" cy="242280"/>
            </a:xfrm>
            <a:prstGeom prst="rect">
              <a:avLst/>
            </a:pr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1520" tIns="45000" rIns="1152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" name="Freeform 34"/>
            <p:cNvSpPr/>
            <p:nvPr/>
          </p:nvSpPr>
          <p:spPr>
            <a:xfrm>
              <a:off x="76320" y="643104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" name="Freeform 35"/>
            <p:cNvSpPr/>
            <p:nvPr/>
          </p:nvSpPr>
          <p:spPr>
            <a:xfrm>
              <a:off x="0" y="5978520"/>
              <a:ext cx="189720" cy="46116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461160"/>
                <a:gd name="textAreaBottom" fmla="*/ 461880 h 461160"/>
              </a:gdLst>
              <a:ahLst/>
              <a:cxnLst/>
              <a:rect l="textAreaLeft" t="textAreaTop" r="textAreaRight" b="textAreaBottom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" name="Freeform 36"/>
            <p:cNvSpPr/>
            <p:nvPr/>
          </p:nvSpPr>
          <p:spPr>
            <a:xfrm>
              <a:off x="1014480" y="1801800"/>
              <a:ext cx="213480" cy="754920"/>
            </a:xfrm>
            <a:custGeom>
              <a:avLst/>
              <a:gdLst>
                <a:gd name="textAreaLeft" fmla="*/ 0 w 213480"/>
                <a:gd name="textAreaRight" fmla="*/ 214200 w 213480"/>
                <a:gd name="textAreaTop" fmla="*/ 0 h 754920"/>
                <a:gd name="textAreaBottom" fmla="*/ 755640 h 754920"/>
              </a:gdLst>
              <a:ahLst/>
              <a:cxnLst/>
              <a:rect l="textAreaLeft" t="textAreaTop" r="textAreaRight" b="textAreaBottom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7" name="Freeform 37"/>
            <p:cNvSpPr/>
            <p:nvPr/>
          </p:nvSpPr>
          <p:spPr>
            <a:xfrm>
              <a:off x="938160" y="2548080"/>
              <a:ext cx="165960" cy="159480"/>
            </a:xfrm>
            <a:custGeom>
              <a:avLst/>
              <a:gdLst>
                <a:gd name="textAreaLeft" fmla="*/ 0 w 165960"/>
                <a:gd name="textAreaRight" fmla="*/ 166680 w 165960"/>
                <a:gd name="textAreaTop" fmla="*/ 0 h 159480"/>
                <a:gd name="textAreaBottom" fmla="*/ 160200 h 159480"/>
              </a:gdLst>
              <a:ahLst/>
              <a:cxnLst/>
              <a:rect l="textAreaLeft" t="textAreaTop" r="textAreaRight" b="textAreaBottom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83160" tIns="45000" rIns="8316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8" name="Freeform 38"/>
            <p:cNvSpPr/>
            <p:nvPr/>
          </p:nvSpPr>
          <p:spPr>
            <a:xfrm>
              <a:off x="595440" y="4680"/>
              <a:ext cx="637560" cy="4025160"/>
            </a:xfrm>
            <a:custGeom>
              <a:avLst/>
              <a:gdLst>
                <a:gd name="textAreaLeft" fmla="*/ 0 w 637560"/>
                <a:gd name="textAreaRight" fmla="*/ 638280 w 637560"/>
                <a:gd name="textAreaTop" fmla="*/ 0 h 4025160"/>
                <a:gd name="textAreaBottom" fmla="*/ 4025880 h 4025160"/>
              </a:gdLst>
              <a:ahLst/>
              <a:cxnLst/>
              <a:rect l="textAreaLeft" t="textAreaTop" r="textAreaRight" b="textAreaBottom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9" name="Freeform 39"/>
            <p:cNvSpPr/>
            <p:nvPr/>
          </p:nvSpPr>
          <p:spPr>
            <a:xfrm>
              <a:off x="1224000" y="1382760"/>
              <a:ext cx="142200" cy="475560"/>
            </a:xfrm>
            <a:custGeom>
              <a:avLst/>
              <a:gdLst>
                <a:gd name="textAreaLeft" fmla="*/ 0 w 142200"/>
                <a:gd name="textAreaRight" fmla="*/ 142920 w 142200"/>
                <a:gd name="textAreaTop" fmla="*/ 0 h 475560"/>
                <a:gd name="textAreaBottom" fmla="*/ 476280 h 475560"/>
              </a:gdLst>
              <a:ahLst/>
              <a:cxnLst/>
              <a:rect l="textAreaLeft" t="textAreaTop" r="textAreaRight" b="textAreaBottom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71280" tIns="45000" rIns="7128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" name="Freeform 40"/>
            <p:cNvSpPr/>
            <p:nvPr/>
          </p:nvSpPr>
          <p:spPr>
            <a:xfrm>
              <a:off x="1300320" y="1849320"/>
              <a:ext cx="108720" cy="107280"/>
            </a:xfrm>
            <a:custGeom>
              <a:avLst/>
              <a:gdLst>
                <a:gd name="textAreaLeft" fmla="*/ 0 w 108720"/>
                <a:gd name="textAreaRight" fmla="*/ 109440 w 108720"/>
                <a:gd name="textAreaTop" fmla="*/ 0 h 107280"/>
                <a:gd name="textAreaBottom" fmla="*/ 108000 h 107280"/>
              </a:gdLst>
              <a:ahLst/>
              <a:cxnLst/>
              <a:rect l="textAreaLeft" t="textAreaTop" r="textAreaRight" b="textAreaBottom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4360" tIns="45000" rIns="5436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" name="Freeform 41"/>
            <p:cNvSpPr/>
            <p:nvPr/>
          </p:nvSpPr>
          <p:spPr>
            <a:xfrm>
              <a:off x="281160" y="3417840"/>
              <a:ext cx="142200" cy="474120"/>
            </a:xfrm>
            <a:custGeom>
              <a:avLst/>
              <a:gdLst>
                <a:gd name="textAreaLeft" fmla="*/ 0 w 142200"/>
                <a:gd name="textAreaRight" fmla="*/ 142920 w 142200"/>
                <a:gd name="textAreaTop" fmla="*/ 0 h 474120"/>
                <a:gd name="textAreaBottom" fmla="*/ 474840 h 474120"/>
              </a:gdLst>
              <a:ahLst/>
              <a:cxnLst/>
              <a:rect l="textAreaLeft" t="textAreaTop" r="textAreaRight" b="textAreaBottom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71280" tIns="45000" rIns="7128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2" name="Freeform 42"/>
            <p:cNvSpPr/>
            <p:nvPr/>
          </p:nvSpPr>
          <p:spPr>
            <a:xfrm>
              <a:off x="237960" y="3882960"/>
              <a:ext cx="108720" cy="108720"/>
            </a:xfrm>
            <a:custGeom>
              <a:avLst/>
              <a:gdLst>
                <a:gd name="textAreaLeft" fmla="*/ 0 w 108720"/>
                <a:gd name="textAreaRight" fmla="*/ 109440 w 108720"/>
                <a:gd name="textAreaTop" fmla="*/ 0 h 108720"/>
                <a:gd name="textAreaBottom" fmla="*/ 109440 h 108720"/>
              </a:gdLst>
              <a:ahLst/>
              <a:cxnLst/>
              <a:rect l="textAreaLeft" t="textAreaTop" r="textAreaRight" b="textAreaBottom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4360" tIns="45000" rIns="5436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3" name="Freeform 43"/>
            <p:cNvSpPr/>
            <p:nvPr/>
          </p:nvSpPr>
          <p:spPr>
            <a:xfrm>
              <a:off x="4680" y="2166840"/>
              <a:ext cx="113760" cy="451800"/>
            </a:xfrm>
            <a:custGeom>
              <a:avLst/>
              <a:gdLst>
                <a:gd name="textAreaLeft" fmla="*/ 0 w 113760"/>
                <a:gd name="textAreaRight" fmla="*/ 114480 w 113760"/>
                <a:gd name="textAreaTop" fmla="*/ 0 h 451800"/>
                <a:gd name="textAreaBottom" fmla="*/ 452520 h 451800"/>
              </a:gdLst>
              <a:ahLst/>
              <a:cxnLst/>
              <a:rect l="textAreaLeft" t="textAreaTop" r="textAreaRight" b="textAreaBottom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6880" tIns="45000" rIns="5688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4" name="Freeform 44"/>
            <p:cNvSpPr/>
            <p:nvPr/>
          </p:nvSpPr>
          <p:spPr>
            <a:xfrm>
              <a:off x="52560" y="2066760"/>
              <a:ext cx="108720" cy="108720"/>
            </a:xfrm>
            <a:custGeom>
              <a:avLst/>
              <a:gdLst>
                <a:gd name="textAreaLeft" fmla="*/ 0 w 108720"/>
                <a:gd name="textAreaRight" fmla="*/ 109440 w 108720"/>
                <a:gd name="textAreaTop" fmla="*/ 0 h 108720"/>
                <a:gd name="textAreaBottom" fmla="*/ 109440 h 108720"/>
              </a:gdLst>
              <a:ahLst/>
              <a:cxnLst/>
              <a:rect l="textAreaLeft" t="textAreaTop" r="textAreaRight" b="textAreaBottom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4360" tIns="45000" rIns="5436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5" name="Rectangle 45"/>
            <p:cNvSpPr/>
            <p:nvPr/>
          </p:nvSpPr>
          <p:spPr>
            <a:xfrm>
              <a:off x="1228680" y="4662360"/>
              <a:ext cx="23040" cy="2180520"/>
            </a:xfrm>
            <a:prstGeom prst="rect">
              <a:avLst/>
            </a:pr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1520" tIns="45000" rIns="1152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6" name="Freeform 46"/>
            <p:cNvSpPr/>
            <p:nvPr/>
          </p:nvSpPr>
          <p:spPr>
            <a:xfrm>
              <a:off x="1319040" y="5041800"/>
              <a:ext cx="370800" cy="1801080"/>
            </a:xfrm>
            <a:custGeom>
              <a:avLst/>
              <a:gdLst>
                <a:gd name="textAreaLeft" fmla="*/ 0 w 370800"/>
                <a:gd name="textAreaRight" fmla="*/ 371520 w 370800"/>
                <a:gd name="textAreaTop" fmla="*/ 0 h 1801080"/>
                <a:gd name="textAreaBottom" fmla="*/ 1801800 h 1801080"/>
              </a:gdLst>
              <a:ahLst/>
              <a:cxnLst/>
              <a:rect l="textAreaLeft" t="textAreaTop" r="textAreaRight" b="textAreaBottom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7" name="Freeform 47"/>
            <p:cNvSpPr/>
            <p:nvPr/>
          </p:nvSpPr>
          <p:spPr>
            <a:xfrm>
              <a:off x="1147680" y="4481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8" name="Freeform 48"/>
            <p:cNvSpPr/>
            <p:nvPr/>
          </p:nvSpPr>
          <p:spPr>
            <a:xfrm>
              <a:off x="819000" y="3983040"/>
              <a:ext cx="347040" cy="2859840"/>
            </a:xfrm>
            <a:custGeom>
              <a:avLst/>
              <a:gdLst>
                <a:gd name="textAreaLeft" fmla="*/ 0 w 347040"/>
                <a:gd name="textAreaRight" fmla="*/ 347760 w 347040"/>
                <a:gd name="textAreaTop" fmla="*/ 0 h 2859840"/>
                <a:gd name="textAreaBottom" fmla="*/ 2860560 h 2859840"/>
              </a:gdLst>
              <a:ahLst/>
              <a:cxnLst/>
              <a:rect l="textAreaLeft" t="textAreaTop" r="textAreaRight" b="textAreaBottom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" name="Freeform 49"/>
            <p:cNvSpPr/>
            <p:nvPr/>
          </p:nvSpPr>
          <p:spPr>
            <a:xfrm>
              <a:off x="728640" y="380700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" name="Freeform 50"/>
            <p:cNvSpPr/>
            <p:nvPr/>
          </p:nvSpPr>
          <p:spPr>
            <a:xfrm>
              <a:off x="1623960" y="4867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1" name="Freeform 51"/>
            <p:cNvSpPr/>
            <p:nvPr/>
          </p:nvSpPr>
          <p:spPr>
            <a:xfrm>
              <a:off x="1405080" y="5423040"/>
              <a:ext cx="370800" cy="1424880"/>
            </a:xfrm>
            <a:custGeom>
              <a:avLst/>
              <a:gdLst>
                <a:gd name="textAreaLeft" fmla="*/ 0 w 370800"/>
                <a:gd name="textAreaRight" fmla="*/ 371520 w 370800"/>
                <a:gd name="textAreaTop" fmla="*/ 0 h 1424880"/>
                <a:gd name="textAreaBottom" fmla="*/ 1425600 h 1424880"/>
              </a:gdLst>
              <a:ahLst/>
              <a:cxnLst/>
              <a:rect l="textAreaLeft" t="textAreaTop" r="textAreaRight" b="textAreaBottom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2" name="Freeform 52"/>
            <p:cNvSpPr/>
            <p:nvPr/>
          </p:nvSpPr>
          <p:spPr>
            <a:xfrm>
              <a:off x="1666800" y="594504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cxnLst/>
              <a:rect l="textAreaLeft" t="textAreaTop" r="textAreaRight" b="textAreaBottom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75960" tIns="45000" rIns="7596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" name="Freeform 53"/>
            <p:cNvSpPr/>
            <p:nvPr/>
          </p:nvSpPr>
          <p:spPr>
            <a:xfrm>
              <a:off x="1709640" y="5246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" name="Freeform 54"/>
            <p:cNvSpPr/>
            <p:nvPr/>
          </p:nvSpPr>
          <p:spPr>
            <a:xfrm>
              <a:off x="1709640" y="57643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5" name="Freeform 55"/>
            <p:cNvSpPr/>
            <p:nvPr/>
          </p:nvSpPr>
          <p:spPr>
            <a:xfrm>
              <a:off x="1766880" y="6330960"/>
              <a:ext cx="418320" cy="526320"/>
            </a:xfrm>
            <a:custGeom>
              <a:avLst/>
              <a:gdLst>
                <a:gd name="textAreaLeft" fmla="*/ 0 w 418320"/>
                <a:gd name="textAreaRight" fmla="*/ 419040 w 418320"/>
                <a:gd name="textAreaTop" fmla="*/ 0 h 526320"/>
                <a:gd name="textAreaBottom" fmla="*/ 527040 h 526320"/>
              </a:gdLst>
              <a:ahLst/>
              <a:cxnLst/>
              <a:rect l="textAreaLeft" t="textAreaTop" r="textAreaRight" b="textAreaBottom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6" name="Freeform 56"/>
            <p:cNvSpPr/>
            <p:nvPr/>
          </p:nvSpPr>
          <p:spPr>
            <a:xfrm>
              <a:off x="2147760" y="6221520"/>
              <a:ext cx="156600" cy="14688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46880"/>
                <a:gd name="textAreaBottom" fmla="*/ 147600 h 146880"/>
              </a:gdLst>
              <a:ahLst/>
              <a:cxnLst/>
              <a:rect l="textAreaLeft" t="textAreaTop" r="textAreaRight" b="textAreaBottom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78480" tIns="45000" rIns="7848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7" name="Freeform 57"/>
            <p:cNvSpPr/>
            <p:nvPr/>
          </p:nvSpPr>
          <p:spPr>
            <a:xfrm>
              <a:off x="504720" y="9360"/>
              <a:ext cx="232560" cy="5103000"/>
            </a:xfrm>
            <a:custGeom>
              <a:avLst/>
              <a:gdLst>
                <a:gd name="textAreaLeft" fmla="*/ 0 w 232560"/>
                <a:gd name="textAreaRight" fmla="*/ 233280 w 232560"/>
                <a:gd name="textAreaTop" fmla="*/ 0 h 5103000"/>
                <a:gd name="textAreaBottom" fmla="*/ 5103720 h 5103000"/>
              </a:gdLst>
              <a:ahLst/>
              <a:cxnLst/>
              <a:rect l="textAreaLeft" t="textAreaTop" r="textAreaRight" b="textAreaBottom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8" name="Freeform 58"/>
            <p:cNvSpPr/>
            <p:nvPr/>
          </p:nvSpPr>
          <p:spPr>
            <a:xfrm>
              <a:off x="633240" y="5103720"/>
              <a:ext cx="185040" cy="185040"/>
            </a:xfrm>
            <a:custGeom>
              <a:avLst/>
              <a:gdLst>
                <a:gd name="textAreaLeft" fmla="*/ 0 w 185040"/>
                <a:gd name="textAreaRight" fmla="*/ 185760 w 185040"/>
                <a:gd name="textAreaTop" fmla="*/ 0 h 185040"/>
                <a:gd name="textAreaBottom" fmla="*/ 185760 h 185040"/>
              </a:gdLst>
              <a:ahLst/>
              <a:cxnLst/>
              <a:rect l="textAreaLeft" t="textAreaTop" r="textAreaRight" b="textAreaBottom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1141560" y="698760"/>
            <a:ext cx="9905400" cy="131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8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8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the title text format</a:t>
            </a:r>
          </a:p>
        </p:txBody>
      </p:sp>
      <p:sp>
        <p:nvSpPr>
          <p:cNvPr id="100" name="PlaceHolder 2"/>
          <p:cNvSpPr>
            <a:spLocks noGrp="1"/>
          </p:cNvSpPr>
          <p:nvPr>
            <p:ph type="ftr" idx="1"/>
          </p:nvPr>
        </p:nvSpPr>
        <p:spPr>
          <a:xfrm>
            <a:off x="1876320" y="5410080"/>
            <a:ext cx="512424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01" name="PlaceHolder 3"/>
          <p:cNvSpPr>
            <a:spLocks noGrp="1"/>
          </p:cNvSpPr>
          <p:nvPr>
            <p:ph type="sldNum" idx="2"/>
          </p:nvPr>
        </p:nvSpPr>
        <p:spPr>
          <a:xfrm>
            <a:off x="9896760" y="5410080"/>
            <a:ext cx="7704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D74109F-15F8-49B4-933B-D27464AD25E0}" type="slidenum"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‹#›</a:t>
            </a:fld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PlaceHolder 4"/>
          <p:cNvSpPr>
            <a:spLocks noGrp="1"/>
          </p:cNvSpPr>
          <p:nvPr>
            <p:ph type="dt" idx="3"/>
          </p:nvPr>
        </p:nvSpPr>
        <p:spPr>
          <a:xfrm>
            <a:off x="7077600" y="541008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5" r:id="rId15"/>
    <p:sldLayoutId id="2147483666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47983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0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0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EAF1FF"/>
            </a:gs>
            <a:gs pos="50000">
              <a:srgbClr val="4583FF"/>
            </a:gs>
            <a:gs pos="66000">
              <a:srgbClr val="0036A2">
                <a:alpha val="0"/>
              </a:srgbClr>
            </a:gs>
            <a:gs pos="100000">
              <a:srgbClr val="83ACFF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4" name="Picture 1">
            <a:extLst>
              <a:ext uri="{C183D7F6-B498-43B3-948B-1728B52AA6E4}">
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</a:ext>
            </a:extLst>
          </p:cNvPr>
          <p:cNvPicPr/>
          <p:nvPr/>
        </p:nvPicPr>
        <p:blipFill>
          <a:blip r:embed="rId2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965" name="Group 4">
            <a:extLst>
              <a:ext uri="{C183D7F6-B498-43B3-948B-1728B52AA6E4}">
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</a:ext>
            </a:extLst>
          </p:cNvPr>
          <p:cNvGrpSpPr/>
          <p:nvPr/>
        </p:nvGrpSpPr>
        <p:grpSpPr>
          <a:xfrm>
            <a:off x="0" y="0"/>
            <a:ext cx="2304360" cy="6857280"/>
            <a:chOff x="0" y="0"/>
            <a:chExt cx="2304360" cy="6857280"/>
          </a:xfrm>
        </p:grpSpPr>
        <p:sp>
          <p:nvSpPr>
            <p:cNvPr id="966" name="Rectangle 10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209600" y="4680"/>
              <a:ext cx="23040" cy="2180520"/>
            </a:xfrm>
            <a:prstGeom prst="rect">
              <a:avLst/>
            </a:pr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1520" tIns="45000" rIns="1152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67" name="Freeform 120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128600" y="217656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68" name="Freeform 121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123920" y="4021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69" name="Rectangle 11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414360" y="9360"/>
              <a:ext cx="27720" cy="4480920"/>
            </a:xfrm>
            <a:prstGeom prst="rect">
              <a:avLst/>
            </a:pr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4040" tIns="45000" rIns="1404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70" name="Freeform 122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333360" y="4481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71" name="Freeform 123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90440" y="9360"/>
              <a:ext cx="151560" cy="9072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07200"/>
                <a:gd name="textAreaBottom" fmla="*/ 907920 h 907200"/>
              </a:gdLst>
              <a:ahLst/>
              <a:cxnLst/>
              <a:rect l="textAreaLeft" t="textAreaTop" r="textAreaRight" b="textAreaBottom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75960" tIns="45000" rIns="7596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72" name="Freeform 124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290600" y="14400"/>
              <a:ext cx="375480" cy="1801080"/>
            </a:xfrm>
            <a:custGeom>
              <a:avLst/>
              <a:gdLst>
                <a:gd name="textAreaLeft" fmla="*/ 0 w 375480"/>
                <a:gd name="textAreaRight" fmla="*/ 376200 w 375480"/>
                <a:gd name="textAreaTop" fmla="*/ 0 h 1801080"/>
                <a:gd name="textAreaBottom" fmla="*/ 1801800 h 1801080"/>
              </a:gdLst>
              <a:ahLst/>
              <a:cxnLst/>
              <a:rect l="textAreaLeft" t="textAreaTop" r="textAreaRight" b="textAreaBottom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73" name="Freeform 125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600200" y="18018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74" name="Freeform 126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380960" y="9360"/>
              <a:ext cx="370800" cy="1424880"/>
            </a:xfrm>
            <a:custGeom>
              <a:avLst/>
              <a:gdLst>
                <a:gd name="textAreaLeft" fmla="*/ 0 w 370800"/>
                <a:gd name="textAreaRight" fmla="*/ 371520 w 370800"/>
                <a:gd name="textAreaTop" fmla="*/ 0 h 1424880"/>
                <a:gd name="textAreaBottom" fmla="*/ 1425600 h 1424880"/>
              </a:gdLst>
              <a:ahLst/>
              <a:cxnLst/>
              <a:rect l="textAreaLeft" t="textAreaTop" r="textAreaRight" b="textAreaBottom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75" name="Freeform 127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643040" y="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cxnLst/>
              <a:rect l="textAreaLeft" t="textAreaTop" r="textAreaRight" b="textAreaBottom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75960" tIns="45000" rIns="7596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76" name="Freeform 128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685880" y="14209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77" name="Freeform 129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685880" y="9032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78" name="Freeform 130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743120" y="4680"/>
              <a:ext cx="418320" cy="521640"/>
            </a:xfrm>
            <a:custGeom>
              <a:avLst/>
              <a:gdLst>
                <a:gd name="textAreaLeft" fmla="*/ 0 w 418320"/>
                <a:gd name="textAreaRight" fmla="*/ 419040 w 418320"/>
                <a:gd name="textAreaTop" fmla="*/ 0 h 521640"/>
                <a:gd name="textAreaBottom" fmla="*/ 522360 h 521640"/>
              </a:gdLst>
              <a:ahLst/>
              <a:cxnLst/>
              <a:rect l="textAreaLeft" t="textAreaTop" r="textAreaRight" b="textAreaBottom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79" name="Freeform 131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2119320" y="488880"/>
              <a:ext cx="161280" cy="146880"/>
            </a:xfrm>
            <a:custGeom>
              <a:avLst/>
              <a:gdLst>
                <a:gd name="textAreaLeft" fmla="*/ 0 w 161280"/>
                <a:gd name="textAreaRight" fmla="*/ 162000 w 161280"/>
                <a:gd name="textAreaTop" fmla="*/ 0 h 146880"/>
                <a:gd name="textAreaBottom" fmla="*/ 147600 h 146880"/>
              </a:gdLst>
              <a:ahLst/>
              <a:cxnLst/>
              <a:rect l="textAreaLeft" t="textAreaTop" r="textAreaRight" b="textAreaBottom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80640" tIns="45000" rIns="8064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80" name="Freeform 132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952560" y="4680"/>
              <a:ext cx="151560" cy="9072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07200"/>
                <a:gd name="textAreaBottom" fmla="*/ 907920 h 907200"/>
              </a:gdLst>
              <a:ahLst/>
              <a:cxnLst/>
              <a:rect l="textAreaLeft" t="textAreaTop" r="textAreaRight" b="textAreaBottom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75960" tIns="45000" rIns="7596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81" name="Freeform 133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866880" y="9032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82" name="Freeform 134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890640" y="15541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83" name="Freeform 135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738360" y="5622840"/>
              <a:ext cx="337320" cy="1215360"/>
            </a:xfrm>
            <a:custGeom>
              <a:avLst/>
              <a:gdLst>
                <a:gd name="textAreaLeft" fmla="*/ 0 w 337320"/>
                <a:gd name="textAreaRight" fmla="*/ 338040 w 337320"/>
                <a:gd name="textAreaTop" fmla="*/ 0 h 1215360"/>
                <a:gd name="textAreaBottom" fmla="*/ 1216080 h 1215360"/>
              </a:gdLst>
              <a:ahLst/>
              <a:cxnLst/>
              <a:rect l="textAreaLeft" t="textAreaTop" r="textAreaRight" b="textAreaBottom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84" name="Freeform 136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647640" y="5479920"/>
              <a:ext cx="156600" cy="15660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6600"/>
                <a:gd name="textAreaBottom" fmla="*/ 157320 h 156600"/>
              </a:gdLst>
              <a:ahLst/>
              <a:cxn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78480" tIns="45000" rIns="7848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85" name="Freeform 137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66600" y="9032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86" name="Freeform 138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0" y="3897360"/>
              <a:ext cx="132480" cy="266040"/>
            </a:xfrm>
            <a:custGeom>
              <a:avLst/>
              <a:gdLst>
                <a:gd name="textAreaLeft" fmla="*/ 0 w 132480"/>
                <a:gd name="textAreaRight" fmla="*/ 133200 w 132480"/>
                <a:gd name="textAreaTop" fmla="*/ 0 h 266040"/>
                <a:gd name="textAreaBottom" fmla="*/ 266760 h 266040"/>
              </a:gdLst>
              <a:ahLst/>
              <a:cxnLst/>
              <a:rect l="textAreaLeft" t="textAreaTop" r="textAreaRight" b="textAreaBottom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45000" rIns="6624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87" name="Freeform 139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66600" y="414972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88" name="Freeform 140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0" y="1644480"/>
              <a:ext cx="132480" cy="269280"/>
            </a:xfrm>
            <a:custGeom>
              <a:avLst/>
              <a:gdLst>
                <a:gd name="textAreaLeft" fmla="*/ 0 w 132480"/>
                <a:gd name="textAreaRight" fmla="*/ 133200 w 132480"/>
                <a:gd name="textAreaTop" fmla="*/ 0 h 269280"/>
                <a:gd name="textAreaBottom" fmla="*/ 270000 h 269280"/>
              </a:gdLst>
              <a:ahLst/>
              <a:cxnLst/>
              <a:rect l="textAreaLeft" t="textAreaTop" r="textAreaRight" b="textAreaBottom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45000" rIns="6624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89" name="Freeform 141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66600" y="14684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90" name="Freeform 142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695160" y="4680"/>
              <a:ext cx="308880" cy="1558080"/>
            </a:xfrm>
            <a:custGeom>
              <a:avLst/>
              <a:gdLst>
                <a:gd name="textAreaLeft" fmla="*/ 0 w 308880"/>
                <a:gd name="textAreaRight" fmla="*/ 309600 w 308880"/>
                <a:gd name="textAreaTop" fmla="*/ 0 h 1558080"/>
                <a:gd name="textAreaBottom" fmla="*/ 1558800 h 1558080"/>
              </a:gdLst>
              <a:ahLst/>
              <a:cxnLst/>
              <a:rect l="textAreaLeft" t="textAreaTop" r="textAreaRight" b="textAreaBottom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91" name="Freeform 143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57240" y="48816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92" name="Freeform 144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38240" y="5060880"/>
              <a:ext cx="304200" cy="177732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777320"/>
                <a:gd name="textAreaBottom" fmla="*/ 1778040 h 1777320"/>
              </a:gdLst>
              <a:ahLst/>
              <a:cxnLst/>
              <a:rect l="textAreaLeft" t="textAreaTop" r="textAreaRight" b="textAreaBottom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93" name="Freeform 145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561960" y="643104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94" name="Rectangle 12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642960" y="6610320"/>
              <a:ext cx="23040" cy="242280"/>
            </a:xfrm>
            <a:prstGeom prst="rect">
              <a:avLst/>
            </a:pr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1520" tIns="45000" rIns="1152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95" name="Freeform 146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76320" y="643104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96" name="Freeform 147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0" y="5978520"/>
              <a:ext cx="189720" cy="46116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461160"/>
                <a:gd name="textAreaBottom" fmla="*/ 461880 h 461160"/>
              </a:gdLst>
              <a:ahLst/>
              <a:cxnLst/>
              <a:rect l="textAreaLeft" t="textAreaTop" r="textAreaRight" b="textAreaBottom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97" name="Freeform 148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014480" y="1801800"/>
              <a:ext cx="213480" cy="754920"/>
            </a:xfrm>
            <a:custGeom>
              <a:avLst/>
              <a:gdLst>
                <a:gd name="textAreaLeft" fmla="*/ 0 w 213480"/>
                <a:gd name="textAreaRight" fmla="*/ 214200 w 213480"/>
                <a:gd name="textAreaTop" fmla="*/ 0 h 754920"/>
                <a:gd name="textAreaBottom" fmla="*/ 755640 h 754920"/>
              </a:gdLst>
              <a:ahLst/>
              <a:cxnLst/>
              <a:rect l="textAreaLeft" t="textAreaTop" r="textAreaRight" b="textAreaBottom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98" name="Freeform 149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938160" y="2548080"/>
              <a:ext cx="165960" cy="159480"/>
            </a:xfrm>
            <a:custGeom>
              <a:avLst/>
              <a:gdLst>
                <a:gd name="textAreaLeft" fmla="*/ 0 w 165960"/>
                <a:gd name="textAreaRight" fmla="*/ 166680 w 165960"/>
                <a:gd name="textAreaTop" fmla="*/ 0 h 159480"/>
                <a:gd name="textAreaBottom" fmla="*/ 160200 h 159480"/>
              </a:gdLst>
              <a:ahLst/>
              <a:cxnLst/>
              <a:rect l="textAreaLeft" t="textAreaTop" r="textAreaRight" b="textAreaBottom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83160" tIns="45000" rIns="8316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99" name="Freeform 150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595440" y="4680"/>
              <a:ext cx="637560" cy="4025160"/>
            </a:xfrm>
            <a:custGeom>
              <a:avLst/>
              <a:gdLst>
                <a:gd name="textAreaLeft" fmla="*/ 0 w 637560"/>
                <a:gd name="textAreaRight" fmla="*/ 638280 w 637560"/>
                <a:gd name="textAreaTop" fmla="*/ 0 h 4025160"/>
                <a:gd name="textAreaBottom" fmla="*/ 4025880 h 4025160"/>
              </a:gdLst>
              <a:ahLst/>
              <a:cxnLst/>
              <a:rect l="textAreaLeft" t="textAreaTop" r="textAreaRight" b="textAreaBottom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00" name="Freeform 151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224000" y="1382760"/>
              <a:ext cx="142200" cy="475560"/>
            </a:xfrm>
            <a:custGeom>
              <a:avLst/>
              <a:gdLst>
                <a:gd name="textAreaLeft" fmla="*/ 0 w 142200"/>
                <a:gd name="textAreaRight" fmla="*/ 142920 w 142200"/>
                <a:gd name="textAreaTop" fmla="*/ 0 h 475560"/>
                <a:gd name="textAreaBottom" fmla="*/ 476280 h 475560"/>
              </a:gdLst>
              <a:ahLst/>
              <a:cxnLst/>
              <a:rect l="textAreaLeft" t="textAreaTop" r="textAreaRight" b="textAreaBottom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71280" tIns="45000" rIns="7128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01" name="Freeform 152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300320" y="1849320"/>
              <a:ext cx="108720" cy="107280"/>
            </a:xfrm>
            <a:custGeom>
              <a:avLst/>
              <a:gdLst>
                <a:gd name="textAreaLeft" fmla="*/ 0 w 108720"/>
                <a:gd name="textAreaRight" fmla="*/ 109440 w 108720"/>
                <a:gd name="textAreaTop" fmla="*/ 0 h 107280"/>
                <a:gd name="textAreaBottom" fmla="*/ 108000 h 107280"/>
              </a:gdLst>
              <a:ahLst/>
              <a:cxnLst/>
              <a:rect l="textAreaLeft" t="textAreaTop" r="textAreaRight" b="textAreaBottom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4360" tIns="45000" rIns="5436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02" name="Freeform 153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281160" y="3417840"/>
              <a:ext cx="142200" cy="474120"/>
            </a:xfrm>
            <a:custGeom>
              <a:avLst/>
              <a:gdLst>
                <a:gd name="textAreaLeft" fmla="*/ 0 w 142200"/>
                <a:gd name="textAreaRight" fmla="*/ 142920 w 142200"/>
                <a:gd name="textAreaTop" fmla="*/ 0 h 474120"/>
                <a:gd name="textAreaBottom" fmla="*/ 474840 h 474120"/>
              </a:gdLst>
              <a:ahLst/>
              <a:cxnLst/>
              <a:rect l="textAreaLeft" t="textAreaTop" r="textAreaRight" b="textAreaBottom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71280" tIns="45000" rIns="7128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03" name="Freeform 154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237960" y="3882960"/>
              <a:ext cx="108720" cy="108720"/>
            </a:xfrm>
            <a:custGeom>
              <a:avLst/>
              <a:gdLst>
                <a:gd name="textAreaLeft" fmla="*/ 0 w 108720"/>
                <a:gd name="textAreaRight" fmla="*/ 109440 w 108720"/>
                <a:gd name="textAreaTop" fmla="*/ 0 h 108720"/>
                <a:gd name="textAreaBottom" fmla="*/ 109440 h 108720"/>
              </a:gdLst>
              <a:ahLst/>
              <a:cxnLst/>
              <a:rect l="textAreaLeft" t="textAreaTop" r="textAreaRight" b="textAreaBottom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4360" tIns="45000" rIns="5436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04" name="Freeform 155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4680" y="2166840"/>
              <a:ext cx="113760" cy="451800"/>
            </a:xfrm>
            <a:custGeom>
              <a:avLst/>
              <a:gdLst>
                <a:gd name="textAreaLeft" fmla="*/ 0 w 113760"/>
                <a:gd name="textAreaRight" fmla="*/ 114480 w 113760"/>
                <a:gd name="textAreaTop" fmla="*/ 0 h 451800"/>
                <a:gd name="textAreaBottom" fmla="*/ 452520 h 451800"/>
              </a:gdLst>
              <a:ahLst/>
              <a:cxnLst/>
              <a:rect l="textAreaLeft" t="textAreaTop" r="textAreaRight" b="textAreaBottom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6880" tIns="45000" rIns="5688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05" name="Freeform 156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52560" y="2066760"/>
              <a:ext cx="108720" cy="108720"/>
            </a:xfrm>
            <a:custGeom>
              <a:avLst/>
              <a:gdLst>
                <a:gd name="textAreaLeft" fmla="*/ 0 w 108720"/>
                <a:gd name="textAreaRight" fmla="*/ 109440 w 108720"/>
                <a:gd name="textAreaTop" fmla="*/ 0 h 108720"/>
                <a:gd name="textAreaBottom" fmla="*/ 109440 h 108720"/>
              </a:gdLst>
              <a:ahLst/>
              <a:cxnLst/>
              <a:rect l="textAreaLeft" t="textAreaTop" r="textAreaRight" b="textAreaBottom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4360" tIns="45000" rIns="5436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06" name="Rectangle 13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228680" y="4662360"/>
              <a:ext cx="23040" cy="2180520"/>
            </a:xfrm>
            <a:prstGeom prst="rect">
              <a:avLst/>
            </a:pr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1520" tIns="45000" rIns="1152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07" name="Freeform 157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319040" y="5041800"/>
              <a:ext cx="370800" cy="1801080"/>
            </a:xfrm>
            <a:custGeom>
              <a:avLst/>
              <a:gdLst>
                <a:gd name="textAreaLeft" fmla="*/ 0 w 370800"/>
                <a:gd name="textAreaRight" fmla="*/ 371520 w 370800"/>
                <a:gd name="textAreaTop" fmla="*/ 0 h 1801080"/>
                <a:gd name="textAreaBottom" fmla="*/ 1801800 h 1801080"/>
              </a:gdLst>
              <a:ahLst/>
              <a:cxnLst/>
              <a:rect l="textAreaLeft" t="textAreaTop" r="textAreaRight" b="textAreaBottom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08" name="Freeform 158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147680" y="4481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09" name="Freeform 159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819000" y="3983040"/>
              <a:ext cx="347040" cy="2859840"/>
            </a:xfrm>
            <a:custGeom>
              <a:avLst/>
              <a:gdLst>
                <a:gd name="textAreaLeft" fmla="*/ 0 w 347040"/>
                <a:gd name="textAreaRight" fmla="*/ 347760 w 347040"/>
                <a:gd name="textAreaTop" fmla="*/ 0 h 2859840"/>
                <a:gd name="textAreaBottom" fmla="*/ 2860560 h 2859840"/>
              </a:gdLst>
              <a:ahLst/>
              <a:cxnLst/>
              <a:rect l="textAreaLeft" t="textAreaTop" r="textAreaRight" b="textAreaBottom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10" name="Freeform 160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728640" y="380700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11" name="Freeform 161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623960" y="4867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12" name="Freeform 162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405080" y="5423040"/>
              <a:ext cx="370800" cy="1424880"/>
            </a:xfrm>
            <a:custGeom>
              <a:avLst/>
              <a:gdLst>
                <a:gd name="textAreaLeft" fmla="*/ 0 w 370800"/>
                <a:gd name="textAreaRight" fmla="*/ 371520 w 370800"/>
                <a:gd name="textAreaTop" fmla="*/ 0 h 1424880"/>
                <a:gd name="textAreaBottom" fmla="*/ 1425600 h 1424880"/>
              </a:gdLst>
              <a:ahLst/>
              <a:cxnLst/>
              <a:rect l="textAreaLeft" t="textAreaTop" r="textAreaRight" b="textAreaBottom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13" name="Freeform 163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666800" y="594504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cxnLst/>
              <a:rect l="textAreaLeft" t="textAreaTop" r="textAreaRight" b="textAreaBottom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75960" tIns="45000" rIns="7596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14" name="Freeform 164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709640" y="5246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15" name="Freeform 165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709640" y="57643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16" name="Freeform 166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766880" y="6330960"/>
              <a:ext cx="418320" cy="526320"/>
            </a:xfrm>
            <a:custGeom>
              <a:avLst/>
              <a:gdLst>
                <a:gd name="textAreaLeft" fmla="*/ 0 w 418320"/>
                <a:gd name="textAreaRight" fmla="*/ 419040 w 418320"/>
                <a:gd name="textAreaTop" fmla="*/ 0 h 526320"/>
                <a:gd name="textAreaBottom" fmla="*/ 527040 h 526320"/>
              </a:gdLst>
              <a:ahLst/>
              <a:cxnLst/>
              <a:rect l="textAreaLeft" t="textAreaTop" r="textAreaRight" b="textAreaBottom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17" name="Freeform 167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2147760" y="6221520"/>
              <a:ext cx="156600" cy="14688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46880"/>
                <a:gd name="textAreaBottom" fmla="*/ 147600 h 146880"/>
              </a:gdLst>
              <a:ahLst/>
              <a:cxnLst/>
              <a:rect l="textAreaLeft" t="textAreaTop" r="textAreaRight" b="textAreaBottom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78480" tIns="45000" rIns="7848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18" name="Freeform 168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504720" y="9360"/>
              <a:ext cx="232560" cy="5103000"/>
            </a:xfrm>
            <a:custGeom>
              <a:avLst/>
              <a:gdLst>
                <a:gd name="textAreaLeft" fmla="*/ 0 w 232560"/>
                <a:gd name="textAreaRight" fmla="*/ 233280 w 232560"/>
                <a:gd name="textAreaTop" fmla="*/ 0 h 5103000"/>
                <a:gd name="textAreaBottom" fmla="*/ 5103720 h 5103000"/>
              </a:gdLst>
              <a:ahLst/>
              <a:cxnLst/>
              <a:rect l="textAreaLeft" t="textAreaTop" r="textAreaRight" b="textAreaBottom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19" name="Freeform 169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633240" y="5103720"/>
              <a:ext cx="185040" cy="185040"/>
            </a:xfrm>
            <a:custGeom>
              <a:avLst/>
              <a:gdLst>
                <a:gd name="textAreaLeft" fmla="*/ 0 w 185040"/>
                <a:gd name="textAreaRight" fmla="*/ 185760 w 185040"/>
                <a:gd name="textAreaTop" fmla="*/ 0 h 185040"/>
                <a:gd name="textAreaBottom" fmla="*/ 185760 h 185040"/>
              </a:gdLst>
              <a:ahLst/>
              <a:cxnLst/>
              <a:rect l="textAreaLeft" t="textAreaTop" r="textAreaRight" b="textAreaBottom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</p:grpSp>
      <p:grpSp>
        <p:nvGrpSpPr>
          <p:cNvPr id="1020" name="Group 5">
            <a:extLst>
              <a:ext uri="{C183D7F6-B498-43B3-948B-1728B52AA6E4}">
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</a:ext>
            </a:extLst>
          </p:cNvPr>
          <p:cNvGrpSpPr/>
          <p:nvPr/>
        </p:nvGrpSpPr>
        <p:grpSpPr>
          <a:xfrm>
            <a:off x="0" y="0"/>
            <a:ext cx="12191400" cy="6857280"/>
            <a:chOff x="0" y="0"/>
            <a:chExt cx="12191400" cy="6857280"/>
          </a:xfrm>
        </p:grpSpPr>
        <p:sp useBgFill="1">
          <p:nvSpPr>
            <p:cNvPr id="1021" name="Rectangle 14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0" y="0"/>
              <a:ext cx="12191400" cy="685728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Tw Cen MT"/>
              </a:endParaRPr>
            </a:p>
          </p:txBody>
        </p:sp>
        <p:pic>
          <p:nvPicPr>
            <p:cNvPr id="1022" name="Picture 7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PicPr/>
            <p:nvPr/>
          </p:nvPicPr>
          <p:blipFill>
            <a:blip r:embed="rId3">
              <a:alphaModFix amt="30000"/>
            </a:blip>
            <a:stretch/>
          </p:blipFill>
          <p:spPr>
            <a:xfrm>
              <a:off x="0" y="0"/>
              <a:ext cx="12191400" cy="685728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023" name="Round Diagonal Corner Rectangle 2">
            <a:extLst>
              <a:ext uri="{C183D7F6-B498-43B3-948B-1728B52AA6E4}">
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</a:ext>
            </a:extLst>
          </p:cNvPr>
          <p:cNvSpPr/>
          <p:nvPr/>
        </p:nvSpPr>
        <p:spPr>
          <a:xfrm>
            <a:off x="2582280" y="2235240"/>
            <a:ext cx="7026480" cy="2395440"/>
          </a:xfrm>
          <a:prstGeom prst="round2DiagRect">
            <a:avLst>
              <a:gd name="adj1" fmla="val 9246"/>
              <a:gd name="adj2" fmla="val 0"/>
            </a:avLst>
          </a:prstGeom>
          <a:solidFill>
            <a:schemeClr val="accent1">
              <a:lumMod val="10000"/>
              <a:lumOff val="90000"/>
            </a:schemeClr>
          </a:solidFill>
          <a:ln>
            <a:solidFill>
              <a:srgbClr val="000000"/>
            </a:solidFill>
            <a:rou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w Cen MT"/>
            </a:endParaRPr>
          </a:p>
        </p:txBody>
      </p:sp>
      <p:grpSp>
        <p:nvGrpSpPr>
          <p:cNvPr id="1024" name="Group 6">
            <a:extLst>
              <a:ext uri="{C183D7F6-B498-43B3-948B-1728B52AA6E4}">
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</a:ext>
            </a:extLst>
          </p:cNvPr>
          <p:cNvGrpSpPr/>
          <p:nvPr/>
        </p:nvGrpSpPr>
        <p:grpSpPr>
          <a:xfrm>
            <a:off x="606240" y="2900160"/>
            <a:ext cx="10981800" cy="1211040"/>
            <a:chOff x="606240" y="2900160"/>
            <a:chExt cx="10981800" cy="1211040"/>
          </a:xfrm>
        </p:grpSpPr>
        <p:sp>
          <p:nvSpPr>
            <p:cNvPr id="1025" name="Freeform 170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 rot="5400000" flipV="1">
              <a:off x="9653400" y="3379680"/>
              <a:ext cx="416880" cy="51192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-360 h 511920"/>
                <a:gd name="textAreaBottom" fmla="*/ 512280 h 511920"/>
              </a:gdLst>
              <a:ahLst/>
              <a:cxnLst/>
              <a:rect l="textAreaLeft" t="textAreaTop" r="textAreaRight" b="textAreaBottom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blurRad="50760" dist="37674" dir="2700000" algn="tl" rotWithShape="0">
                <a:srgbClr val="000000">
                  <a:alpha val="58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26" name="Freeform 171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 rot="5400000" flipV="1">
              <a:off x="10078200" y="3310560"/>
              <a:ext cx="156600" cy="15156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360 h 151560"/>
                <a:gd name="textAreaBottom" fmla="*/ 152640 h 151560"/>
              </a:gdLst>
              <a:ahLst/>
              <a:cxnLst/>
              <a:rect l="textAreaLeft" t="textAreaTop" r="textAreaRight" b="textAreaBottom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blurRad="50760" dist="37674" dir="2700000" algn="tl" rotWithShape="0">
                <a:srgbClr val="000000">
                  <a:alpha val="58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78480" tIns="45000" rIns="7848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27" name="Freeform 172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 rot="5400000" flipV="1">
              <a:off x="11146680" y="3574080"/>
              <a:ext cx="188280" cy="18972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360 h 189720"/>
                <a:gd name="textAreaBottom" fmla="*/ 190800 h 18972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blurRad="50760" dist="37674" dir="2700000" algn="tl" rotWithShape="0">
                <a:srgbClr val="000000">
                  <a:alpha val="58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28" name="Freeform 173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 rot="5400000" flipV="1">
              <a:off x="10230480" y="3034440"/>
              <a:ext cx="304200" cy="154404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360 h 1544040"/>
                <a:gd name="textAreaBottom" fmla="*/ 1545120 h 1544040"/>
              </a:gdLst>
              <a:ahLst/>
              <a:cxnLst/>
              <a:rect l="textAreaLeft" t="textAreaTop" r="textAreaRight" b="textAreaBottom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blurRad="50760" dist="37674" dir="2700000" algn="tl" rotWithShape="0">
                <a:srgbClr val="000000">
                  <a:alpha val="58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29" name="Freeform 174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 rot="5400000">
              <a:off x="10035000" y="2562480"/>
              <a:ext cx="297720" cy="1153440"/>
            </a:xfrm>
            <a:custGeom>
              <a:avLst/>
              <a:gdLst>
                <a:gd name="textAreaLeft" fmla="*/ 0 w 297720"/>
                <a:gd name="textAreaRight" fmla="*/ 298440 w 297720"/>
                <a:gd name="textAreaTop" fmla="*/ 0 h 1153440"/>
                <a:gd name="textAreaBottom" fmla="*/ 1154160 h 1153440"/>
              </a:gdLst>
              <a:ahLst/>
              <a:cxnLst/>
              <a:rect l="textAreaLeft" t="textAreaTop" r="textAreaRight" b="textAreaBottom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blurRad="50760" dist="37674" dir="2700000" algn="tl" rotWithShape="0">
                <a:srgbClr val="000000">
                  <a:alpha val="58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30" name="Freeform 175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 rot="5400000">
              <a:off x="10747800" y="3232440"/>
              <a:ext cx="156600" cy="15480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4800"/>
                <a:gd name="textAreaBottom" fmla="*/ 155520 h 154800"/>
              </a:gdLst>
              <a:ahLst/>
              <a:cxn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blurRad="50760" dist="37674" dir="2700000" algn="tl" rotWithShape="0">
                <a:srgbClr val="000000">
                  <a:alpha val="58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78480" tIns="45000" rIns="7848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31" name="Freeform 176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 rot="5400000">
              <a:off x="11399760" y="3095280"/>
              <a:ext cx="188280" cy="18828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8280"/>
                <a:gd name="textAreaBottom" fmla="*/ 189000 h 1882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blurRad="50760" dist="37674" dir="2700000" algn="tl" rotWithShape="0">
                <a:srgbClr val="000000">
                  <a:alpha val="58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32" name="Freeform 177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 rot="5400000">
              <a:off x="10354320" y="2153160"/>
              <a:ext cx="307080" cy="1801080"/>
            </a:xfrm>
            <a:custGeom>
              <a:avLst/>
              <a:gdLst>
                <a:gd name="textAreaLeft" fmla="*/ 0 w 307080"/>
                <a:gd name="textAreaRight" fmla="*/ 307800 w 307080"/>
                <a:gd name="textAreaTop" fmla="*/ 0 h 1801080"/>
                <a:gd name="textAreaBottom" fmla="*/ 1801800 h 1801080"/>
              </a:gdLst>
              <a:ahLst/>
              <a:cxnLst/>
              <a:rect l="textAreaLeft" t="textAreaTop" r="textAreaRight" b="textAreaBottom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blurRad="50760" dist="37674" dir="2700000" algn="tl" rotWithShape="0">
                <a:srgbClr val="000000">
                  <a:alpha val="58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33" name="Freeform 178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 rot="5400000">
              <a:off x="9849600" y="330876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blurRad="50760" dist="37674" dir="2700000" algn="tl" rotWithShape="0">
                <a:srgbClr val="000000">
                  <a:alpha val="58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34" name="Rectangle 15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 rot="5400000">
              <a:off x="9721800" y="3283920"/>
              <a:ext cx="23040" cy="251640"/>
            </a:xfrm>
            <a:prstGeom prst="rect">
              <a:avLst/>
            </a:pr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blurRad="50760" dist="37674" dir="2700000" algn="tl" rotWithShape="0">
                <a:srgbClr val="000000">
                  <a:alpha val="58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1520" tIns="45000" rIns="1152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35" name="Freeform 179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 rot="16200000" flipH="1" flipV="1">
              <a:off x="2121840" y="3532320"/>
              <a:ext cx="416880" cy="511920"/>
            </a:xfrm>
            <a:custGeom>
              <a:avLst/>
              <a:gdLst>
                <a:gd name="textAreaLeft" fmla="*/ -360 w 416880"/>
                <a:gd name="textAreaRight" fmla="*/ 417240 w 416880"/>
                <a:gd name="textAreaTop" fmla="*/ -360 h 511920"/>
                <a:gd name="textAreaBottom" fmla="*/ 512280 h 511920"/>
              </a:gdLst>
              <a:ahLst/>
              <a:cxnLst/>
              <a:rect l="textAreaLeft" t="textAreaTop" r="textAreaRight" b="textAreaBottom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blurRad="50760" dist="37674" dir="2700000" algn="tl" rotWithShape="0">
                <a:srgbClr val="000000">
                  <a:alpha val="58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36" name="Freeform 180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 rot="16200000" flipH="1" flipV="1">
              <a:off x="1957680" y="3463200"/>
              <a:ext cx="156600" cy="151560"/>
            </a:xfrm>
            <a:custGeom>
              <a:avLst/>
              <a:gdLst>
                <a:gd name="textAreaLeft" fmla="*/ 360 w 156600"/>
                <a:gd name="textAreaRight" fmla="*/ 157680 w 156600"/>
                <a:gd name="textAreaTop" fmla="*/ 360 h 151560"/>
                <a:gd name="textAreaBottom" fmla="*/ 152640 h 151560"/>
              </a:gdLst>
              <a:ahLst/>
              <a:cxnLst/>
              <a:rect l="textAreaLeft" t="textAreaTop" r="textAreaRight" b="textAreaBottom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blurRad="50760" dist="37674" dir="2700000" algn="tl" rotWithShape="0">
                <a:srgbClr val="000000">
                  <a:alpha val="58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78480" tIns="45000" rIns="7848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37" name="Freeform 181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 rot="16200000" flipH="1" flipV="1">
              <a:off x="857520" y="3726720"/>
              <a:ext cx="188280" cy="189720"/>
            </a:xfrm>
            <a:custGeom>
              <a:avLst/>
              <a:gdLst>
                <a:gd name="textAreaLeft" fmla="*/ 360 w 188280"/>
                <a:gd name="textAreaRight" fmla="*/ 189360 w 188280"/>
                <a:gd name="textAreaTop" fmla="*/ 360 h 189720"/>
                <a:gd name="textAreaBottom" fmla="*/ 190800 h 18972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blurRad="50760" dist="37674" dir="2700000" algn="tl" rotWithShape="0">
                <a:srgbClr val="000000">
                  <a:alpha val="58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38" name="Freeform 182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 rot="16200000" flipH="1" flipV="1">
              <a:off x="1657800" y="3186720"/>
              <a:ext cx="304200" cy="1544040"/>
            </a:xfrm>
            <a:custGeom>
              <a:avLst/>
              <a:gdLst>
                <a:gd name="textAreaLeft" fmla="*/ 360 w 304200"/>
                <a:gd name="textAreaRight" fmla="*/ 305280 w 304200"/>
                <a:gd name="textAreaTop" fmla="*/ 360 h 1544040"/>
                <a:gd name="textAreaBottom" fmla="*/ 1545120 h 1544040"/>
              </a:gdLst>
              <a:ahLst/>
              <a:cxnLst/>
              <a:rect l="textAreaLeft" t="textAreaTop" r="textAreaRight" b="textAreaBottom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blurRad="50760" dist="37674" dir="2700000" algn="tl" rotWithShape="0">
                <a:srgbClr val="000000">
                  <a:alpha val="58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39" name="Freeform 183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 rot="16200000" flipH="1">
              <a:off x="1860480" y="2715120"/>
              <a:ext cx="297720" cy="1153440"/>
            </a:xfrm>
            <a:custGeom>
              <a:avLst/>
              <a:gdLst>
                <a:gd name="textAreaLeft" fmla="*/ 360 w 297720"/>
                <a:gd name="textAreaRight" fmla="*/ 298800 w 297720"/>
                <a:gd name="textAreaTop" fmla="*/ 0 h 1153440"/>
                <a:gd name="textAreaBottom" fmla="*/ 1154160 h 1153440"/>
              </a:gdLst>
              <a:ahLst/>
              <a:cxnLst/>
              <a:rect l="textAreaLeft" t="textAreaTop" r="textAreaRight" b="textAreaBottom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blurRad="50760" dist="37674" dir="2700000" algn="tl" rotWithShape="0">
                <a:srgbClr val="000000">
                  <a:alpha val="58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40" name="Freeform 184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 rot="16200000" flipH="1">
              <a:off x="1289160" y="3385080"/>
              <a:ext cx="156600" cy="154800"/>
            </a:xfrm>
            <a:custGeom>
              <a:avLst/>
              <a:gdLst>
                <a:gd name="textAreaLeft" fmla="*/ 360 w 156600"/>
                <a:gd name="textAreaRight" fmla="*/ 157680 w 156600"/>
                <a:gd name="textAreaTop" fmla="*/ 0 h 154800"/>
                <a:gd name="textAreaBottom" fmla="*/ 155520 h 154800"/>
              </a:gdLst>
              <a:ahLst/>
              <a:cxn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blurRad="50760" dist="37674" dir="2700000" algn="tl" rotWithShape="0">
                <a:srgbClr val="000000">
                  <a:alpha val="58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78480" tIns="45000" rIns="7848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41" name="Freeform 185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 rot="16200000" flipH="1">
              <a:off x="605880" y="3247920"/>
              <a:ext cx="188280" cy="188280"/>
            </a:xfrm>
            <a:custGeom>
              <a:avLst/>
              <a:gdLst>
                <a:gd name="textAreaLeft" fmla="*/ 360 w 188280"/>
                <a:gd name="textAreaRight" fmla="*/ 189360 w 188280"/>
                <a:gd name="textAreaTop" fmla="*/ 0 h 188280"/>
                <a:gd name="textAreaBottom" fmla="*/ 189000 h 1882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blurRad="50760" dist="37674" dir="2700000" algn="tl" rotWithShape="0">
                <a:srgbClr val="000000">
                  <a:alpha val="58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42" name="Freeform 186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 rot="16200000" flipH="1">
              <a:off x="1532160" y="2305440"/>
              <a:ext cx="307080" cy="1801080"/>
            </a:xfrm>
            <a:custGeom>
              <a:avLst/>
              <a:gdLst>
                <a:gd name="textAreaLeft" fmla="*/ 360 w 307080"/>
                <a:gd name="textAreaRight" fmla="*/ 308160 w 307080"/>
                <a:gd name="textAreaTop" fmla="*/ 0 h 1801080"/>
                <a:gd name="textAreaBottom" fmla="*/ 1801800 h 1801080"/>
              </a:gdLst>
              <a:ahLst/>
              <a:cxnLst/>
              <a:rect l="textAreaLeft" t="textAreaTop" r="textAreaRight" b="textAreaBottom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blurRad="50760" dist="37674" dir="2700000" algn="tl" rotWithShape="0">
                <a:srgbClr val="000000">
                  <a:alpha val="58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43" name="Freeform 187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 rot="16200000" flipH="1">
              <a:off x="2154600" y="3461040"/>
              <a:ext cx="189720" cy="188280"/>
            </a:xfrm>
            <a:custGeom>
              <a:avLst/>
              <a:gdLst>
                <a:gd name="textAreaLeft" fmla="*/ 360 w 189720"/>
                <a:gd name="textAreaRight" fmla="*/ 190800 w 189720"/>
                <a:gd name="textAreaTop" fmla="*/ 0 h 188280"/>
                <a:gd name="textAreaBottom" fmla="*/ 189000 h 1882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blurRad="50760" dist="37674" dir="2700000" algn="tl" rotWithShape="0">
                <a:srgbClr val="000000">
                  <a:alpha val="58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44" name="Rectangle 16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 rot="16200000" flipH="1">
              <a:off x="2448720" y="3436560"/>
              <a:ext cx="23040" cy="251640"/>
            </a:xfrm>
            <a:prstGeom prst="rect">
              <a:avLst/>
            </a:pr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blurRad="50760" dist="37674" dir="2700000" algn="tl" rotWithShape="0">
                <a:srgbClr val="000000">
                  <a:alpha val="58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1520" tIns="45000" rIns="1152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</p:grpSp>
      <p:sp>
        <p:nvSpPr>
          <p:cNvPr id="1045" name="PlaceHolder 1"/>
          <p:cNvSpPr>
            <a:spLocks noGrp="1"/>
          </p:cNvSpPr>
          <p:nvPr>
            <p:ph type="title"/>
          </p:nvPr>
        </p:nvSpPr>
        <p:spPr>
          <a:xfrm>
            <a:off x="2691360" y="2743200"/>
            <a:ext cx="6919200" cy="1069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algn="ctr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000" b="1" u="none" strike="noStrike" cap="all" dirty="0">
                <a:solidFill>
                  <a:schemeClr val="dk1"/>
                </a:solidFill>
                <a:effectLst/>
                <a:uFillTx/>
                <a:latin typeface="Times New Roman"/>
              </a:rPr>
              <a:t>MIIM </a:t>
            </a:r>
            <a:r>
              <a:rPr lang="en-US" sz="4000" b="1" dirty="0" smtClean="0">
                <a:latin typeface="Times New Roman"/>
              </a:rPr>
              <a:t>Operation</a:t>
            </a:r>
            <a:endParaRPr lang="en-US" sz="4000" b="1" u="none" strike="noStrike" cap="all" dirty="0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6" name="PlaceHolder 1"/>
          <p:cNvSpPr>
            <a:spLocks noGrp="1"/>
          </p:cNvSpPr>
          <p:nvPr>
            <p:ph type="title"/>
          </p:nvPr>
        </p:nvSpPr>
        <p:spPr>
          <a:xfrm>
            <a:off x="815760" y="0"/>
            <a:ext cx="10560240" cy="1477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3200" b="1" u="none" strike="noStrike" cap="all">
                <a:solidFill>
                  <a:schemeClr val="dk1"/>
                </a:solidFill>
                <a:effectLst/>
                <a:uFillTx/>
                <a:latin typeface="Times New Roman"/>
              </a:rPr>
              <a:t>Scope &amp; Objective</a:t>
            </a:r>
            <a:endParaRPr lang="en-US" sz="3200" b="0" u="none" strike="noStrike" cap="all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1047" name="PlaceHolder 2"/>
          <p:cNvSpPr>
            <a:spLocks noGrp="1"/>
          </p:cNvSpPr>
          <p:nvPr>
            <p:ph/>
          </p:nvPr>
        </p:nvSpPr>
        <p:spPr>
          <a:xfrm>
            <a:off x="894960" y="2013840"/>
            <a:ext cx="10401840" cy="4844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-3240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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Scope: DUT files under test</a:t>
            </a:r>
          </a:p>
          <a:p>
            <a:pPr marL="864000" lvl="1" indent="-3240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eth_miim.v</a:t>
            </a:r>
          </a:p>
          <a:p>
            <a:pPr marL="1296000" lvl="2" indent="-2880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00" b="0" u="none" strike="noStrike">
                <a:solidFill>
                  <a:schemeClr val="dk1"/>
                </a:solidFill>
                <a:effectLst/>
                <a:highlight>
                  <a:srgbClr val="EA7500"/>
                </a:highlight>
                <a:uFillTx/>
                <a:latin typeface="Tw Cen MT"/>
              </a:rPr>
              <a:t>eth_clockgen.v</a:t>
            </a:r>
          </a:p>
          <a:p>
            <a:pPr marL="1296000" lvl="2" indent="-2880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00" b="0" u="none" strike="noStrike">
                <a:solidFill>
                  <a:schemeClr val="dk1"/>
                </a:solidFill>
                <a:effectLst/>
                <a:highlight>
                  <a:srgbClr val="EA7500"/>
                </a:highlight>
                <a:uFillTx/>
                <a:latin typeface="Tw Cen MT"/>
              </a:rPr>
              <a:t>eth_shiftreg.v</a:t>
            </a:r>
          </a:p>
          <a:p>
            <a:pPr marL="1296000" lvl="2" indent="-2880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00" b="0" u="none" strike="noStrike">
                <a:solidFill>
                  <a:schemeClr val="dk1"/>
                </a:solidFill>
                <a:effectLst/>
                <a:highlight>
                  <a:srgbClr val="EA7500"/>
                </a:highlight>
                <a:uFillTx/>
                <a:latin typeface="Tw Cen MT"/>
              </a:rPr>
              <a:t>eth_outputcontrol.v</a:t>
            </a:r>
          </a:p>
          <a:p>
            <a:pPr indent="-3240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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Objective: reach 100% functional coverage, maximize code coverage</a:t>
            </a:r>
          </a:p>
        </p:txBody>
      </p:sp>
      <p:pic>
        <p:nvPicPr>
          <p:cNvPr id="1048" name="Picture 1047"/>
          <p:cNvPicPr/>
          <p:nvPr/>
        </p:nvPicPr>
        <p:blipFill>
          <a:blip r:embed="rId2"/>
          <a:srcRect l="3973" t="1588" r="8441" b="8203"/>
          <a:stretch/>
        </p:blipFill>
        <p:spPr>
          <a:xfrm>
            <a:off x="5258160" y="2013840"/>
            <a:ext cx="5028840" cy="25142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EAF1FF"/>
            </a:gs>
            <a:gs pos="50000">
              <a:srgbClr val="4583FF"/>
            </a:gs>
            <a:gs pos="66000">
              <a:srgbClr val="0036A2">
                <a:alpha val="0"/>
              </a:srgbClr>
            </a:gs>
            <a:gs pos="100000">
              <a:srgbClr val="83ACFF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4" name="Picture 1">
            <a:extLst>
              <a:ext uri="{C183D7F6-B498-43B3-948B-1728B52AA6E4}">
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</a:ext>
            </a:extLst>
          </p:cNvPr>
          <p:cNvPicPr/>
          <p:nvPr/>
        </p:nvPicPr>
        <p:blipFill>
          <a:blip r:embed="rId2">
            <a:alphaModFix amt="30000"/>
          </a:blip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965" name="Group 4">
            <a:extLst>
              <a:ext uri="{C183D7F6-B498-43B3-948B-1728B52AA6E4}">
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</a:ext>
            </a:extLst>
          </p:cNvPr>
          <p:cNvGrpSpPr/>
          <p:nvPr/>
        </p:nvGrpSpPr>
        <p:grpSpPr>
          <a:xfrm>
            <a:off x="0" y="0"/>
            <a:ext cx="2304360" cy="6857280"/>
            <a:chOff x="0" y="0"/>
            <a:chExt cx="2304360" cy="6857280"/>
          </a:xfrm>
        </p:grpSpPr>
        <p:sp>
          <p:nvSpPr>
            <p:cNvPr id="966" name="Rectangle 10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209600" y="4680"/>
              <a:ext cx="23040" cy="2180520"/>
            </a:xfrm>
            <a:prstGeom prst="rect">
              <a:avLst/>
            </a:pr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1520" tIns="45000" rIns="1152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967" name="Freeform 120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128600" y="217656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968" name="Freeform 121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123920" y="4021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969" name="Rectangle 11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414360" y="9360"/>
              <a:ext cx="27720" cy="4480920"/>
            </a:xfrm>
            <a:prstGeom prst="rect">
              <a:avLst/>
            </a:pr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4040" tIns="45000" rIns="1404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970" name="Freeform 122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333360" y="4481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971" name="Freeform 123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90440" y="9360"/>
              <a:ext cx="151560" cy="9072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07200"/>
                <a:gd name="textAreaBottom" fmla="*/ 907920 h 907200"/>
              </a:gdLst>
              <a:ahLst/>
              <a:cxnLst/>
              <a:rect l="textAreaLeft" t="textAreaTop" r="textAreaRight" b="textAreaBottom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75960" tIns="45000" rIns="7596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972" name="Freeform 124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290600" y="14400"/>
              <a:ext cx="375480" cy="1801080"/>
            </a:xfrm>
            <a:custGeom>
              <a:avLst/>
              <a:gdLst>
                <a:gd name="textAreaLeft" fmla="*/ 0 w 375480"/>
                <a:gd name="textAreaRight" fmla="*/ 376200 w 375480"/>
                <a:gd name="textAreaTop" fmla="*/ 0 h 1801080"/>
                <a:gd name="textAreaBottom" fmla="*/ 1801800 h 1801080"/>
              </a:gdLst>
              <a:ahLst/>
              <a:cxnLst/>
              <a:rect l="textAreaLeft" t="textAreaTop" r="textAreaRight" b="textAreaBottom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973" name="Freeform 125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600200" y="18018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974" name="Freeform 126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380960" y="9360"/>
              <a:ext cx="370800" cy="1424880"/>
            </a:xfrm>
            <a:custGeom>
              <a:avLst/>
              <a:gdLst>
                <a:gd name="textAreaLeft" fmla="*/ 0 w 370800"/>
                <a:gd name="textAreaRight" fmla="*/ 371520 w 370800"/>
                <a:gd name="textAreaTop" fmla="*/ 0 h 1424880"/>
                <a:gd name="textAreaBottom" fmla="*/ 1425600 h 1424880"/>
              </a:gdLst>
              <a:ahLst/>
              <a:cxnLst/>
              <a:rect l="textAreaLeft" t="textAreaTop" r="textAreaRight" b="textAreaBottom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975" name="Freeform 127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643040" y="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cxnLst/>
              <a:rect l="textAreaLeft" t="textAreaTop" r="textAreaRight" b="textAreaBottom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75960" tIns="45000" rIns="7596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976" name="Freeform 128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685880" y="14209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977" name="Freeform 129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685880" y="9032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978" name="Freeform 130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743120" y="4680"/>
              <a:ext cx="418320" cy="521640"/>
            </a:xfrm>
            <a:custGeom>
              <a:avLst/>
              <a:gdLst>
                <a:gd name="textAreaLeft" fmla="*/ 0 w 418320"/>
                <a:gd name="textAreaRight" fmla="*/ 419040 w 418320"/>
                <a:gd name="textAreaTop" fmla="*/ 0 h 521640"/>
                <a:gd name="textAreaBottom" fmla="*/ 522360 h 521640"/>
              </a:gdLst>
              <a:ahLst/>
              <a:cxnLst/>
              <a:rect l="textAreaLeft" t="textAreaTop" r="textAreaRight" b="textAreaBottom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979" name="Freeform 131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2119320" y="488880"/>
              <a:ext cx="161280" cy="146880"/>
            </a:xfrm>
            <a:custGeom>
              <a:avLst/>
              <a:gdLst>
                <a:gd name="textAreaLeft" fmla="*/ 0 w 161280"/>
                <a:gd name="textAreaRight" fmla="*/ 162000 w 161280"/>
                <a:gd name="textAreaTop" fmla="*/ 0 h 146880"/>
                <a:gd name="textAreaBottom" fmla="*/ 147600 h 146880"/>
              </a:gdLst>
              <a:ahLst/>
              <a:cxnLst/>
              <a:rect l="textAreaLeft" t="textAreaTop" r="textAreaRight" b="textAreaBottom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80640" tIns="45000" rIns="8064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980" name="Freeform 132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952560" y="4680"/>
              <a:ext cx="151560" cy="90720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07200"/>
                <a:gd name="textAreaBottom" fmla="*/ 907920 h 907200"/>
              </a:gdLst>
              <a:ahLst/>
              <a:cxnLst/>
              <a:rect l="textAreaLeft" t="textAreaTop" r="textAreaRight" b="textAreaBottom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75960" tIns="45000" rIns="7596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981" name="Freeform 133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866880" y="9032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982" name="Freeform 134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890640" y="15541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983" name="Freeform 135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738360" y="5622840"/>
              <a:ext cx="337320" cy="1215360"/>
            </a:xfrm>
            <a:custGeom>
              <a:avLst/>
              <a:gdLst>
                <a:gd name="textAreaLeft" fmla="*/ 0 w 337320"/>
                <a:gd name="textAreaRight" fmla="*/ 338040 w 337320"/>
                <a:gd name="textAreaTop" fmla="*/ 0 h 1215360"/>
                <a:gd name="textAreaBottom" fmla="*/ 1216080 h 1215360"/>
              </a:gdLst>
              <a:ahLst/>
              <a:cxnLst/>
              <a:rect l="textAreaLeft" t="textAreaTop" r="textAreaRight" b="textAreaBottom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984" name="Freeform 136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647640" y="5479920"/>
              <a:ext cx="156600" cy="15660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6600"/>
                <a:gd name="textAreaBottom" fmla="*/ 157320 h 156600"/>
              </a:gdLst>
              <a:ahLst/>
              <a:cxn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78480" tIns="45000" rIns="7848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985" name="Freeform 137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66600" y="9032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986" name="Freeform 138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0" y="3897360"/>
              <a:ext cx="132480" cy="266040"/>
            </a:xfrm>
            <a:custGeom>
              <a:avLst/>
              <a:gdLst>
                <a:gd name="textAreaLeft" fmla="*/ 0 w 132480"/>
                <a:gd name="textAreaRight" fmla="*/ 133200 w 132480"/>
                <a:gd name="textAreaTop" fmla="*/ 0 h 266040"/>
                <a:gd name="textAreaBottom" fmla="*/ 266760 h 266040"/>
              </a:gdLst>
              <a:ahLst/>
              <a:cxnLst/>
              <a:rect l="textAreaLeft" t="textAreaTop" r="textAreaRight" b="textAreaBottom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45000" rIns="6624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987" name="Freeform 139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66600" y="414972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988" name="Freeform 140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0" y="1644480"/>
              <a:ext cx="132480" cy="269280"/>
            </a:xfrm>
            <a:custGeom>
              <a:avLst/>
              <a:gdLst>
                <a:gd name="textAreaLeft" fmla="*/ 0 w 132480"/>
                <a:gd name="textAreaRight" fmla="*/ 133200 w 132480"/>
                <a:gd name="textAreaTop" fmla="*/ 0 h 269280"/>
                <a:gd name="textAreaBottom" fmla="*/ 270000 h 269280"/>
              </a:gdLst>
              <a:ahLst/>
              <a:cxnLst/>
              <a:rect l="textAreaLeft" t="textAreaTop" r="textAreaRight" b="textAreaBottom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45000" rIns="6624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989" name="Freeform 141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66600" y="14684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990" name="Freeform 142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695160" y="4680"/>
              <a:ext cx="308880" cy="1558080"/>
            </a:xfrm>
            <a:custGeom>
              <a:avLst/>
              <a:gdLst>
                <a:gd name="textAreaLeft" fmla="*/ 0 w 308880"/>
                <a:gd name="textAreaRight" fmla="*/ 309600 w 308880"/>
                <a:gd name="textAreaTop" fmla="*/ 0 h 1558080"/>
                <a:gd name="textAreaBottom" fmla="*/ 1558800 h 1558080"/>
              </a:gdLst>
              <a:ahLst/>
              <a:cxnLst/>
              <a:rect l="textAreaLeft" t="textAreaTop" r="textAreaRight" b="textAreaBottom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991" name="Freeform 143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57240" y="48816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992" name="Freeform 144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38240" y="5060880"/>
              <a:ext cx="304200" cy="177732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0 h 1777320"/>
                <a:gd name="textAreaBottom" fmla="*/ 1778040 h 1777320"/>
              </a:gdLst>
              <a:ahLst/>
              <a:cxnLst/>
              <a:rect l="textAreaLeft" t="textAreaTop" r="textAreaRight" b="textAreaBottom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993" name="Freeform 145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561960" y="643104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994" name="Rectangle 12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642960" y="6610320"/>
              <a:ext cx="23040" cy="242280"/>
            </a:xfrm>
            <a:prstGeom prst="rect">
              <a:avLst/>
            </a:pr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1520" tIns="45000" rIns="1152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995" name="Freeform 146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76320" y="643104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996" name="Freeform 147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0" y="5978520"/>
              <a:ext cx="189720" cy="46116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461160"/>
                <a:gd name="textAreaBottom" fmla="*/ 461880 h 461160"/>
              </a:gdLst>
              <a:ahLst/>
              <a:cxnLst/>
              <a:rect l="textAreaLeft" t="textAreaTop" r="textAreaRight" b="textAreaBottom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997" name="Freeform 148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014480" y="1801800"/>
              <a:ext cx="213480" cy="754920"/>
            </a:xfrm>
            <a:custGeom>
              <a:avLst/>
              <a:gdLst>
                <a:gd name="textAreaLeft" fmla="*/ 0 w 213480"/>
                <a:gd name="textAreaRight" fmla="*/ 214200 w 213480"/>
                <a:gd name="textAreaTop" fmla="*/ 0 h 754920"/>
                <a:gd name="textAreaBottom" fmla="*/ 755640 h 754920"/>
              </a:gdLst>
              <a:ahLst/>
              <a:cxnLst/>
              <a:rect l="textAreaLeft" t="textAreaTop" r="textAreaRight" b="textAreaBottom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998" name="Freeform 149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938160" y="2548080"/>
              <a:ext cx="165960" cy="159480"/>
            </a:xfrm>
            <a:custGeom>
              <a:avLst/>
              <a:gdLst>
                <a:gd name="textAreaLeft" fmla="*/ 0 w 165960"/>
                <a:gd name="textAreaRight" fmla="*/ 166680 w 165960"/>
                <a:gd name="textAreaTop" fmla="*/ 0 h 159480"/>
                <a:gd name="textAreaBottom" fmla="*/ 160200 h 159480"/>
              </a:gdLst>
              <a:ahLst/>
              <a:cxnLst/>
              <a:rect l="textAreaLeft" t="textAreaTop" r="textAreaRight" b="textAreaBottom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83160" tIns="45000" rIns="8316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999" name="Freeform 150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595440" y="4680"/>
              <a:ext cx="637560" cy="4025160"/>
            </a:xfrm>
            <a:custGeom>
              <a:avLst/>
              <a:gdLst>
                <a:gd name="textAreaLeft" fmla="*/ 0 w 637560"/>
                <a:gd name="textAreaRight" fmla="*/ 638280 w 637560"/>
                <a:gd name="textAreaTop" fmla="*/ 0 h 4025160"/>
                <a:gd name="textAreaBottom" fmla="*/ 4025880 h 4025160"/>
              </a:gdLst>
              <a:ahLst/>
              <a:cxnLst/>
              <a:rect l="textAreaLeft" t="textAreaTop" r="textAreaRight" b="textAreaBottom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1000" name="Freeform 151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224000" y="1382760"/>
              <a:ext cx="142200" cy="475560"/>
            </a:xfrm>
            <a:custGeom>
              <a:avLst/>
              <a:gdLst>
                <a:gd name="textAreaLeft" fmla="*/ 0 w 142200"/>
                <a:gd name="textAreaRight" fmla="*/ 142920 w 142200"/>
                <a:gd name="textAreaTop" fmla="*/ 0 h 475560"/>
                <a:gd name="textAreaBottom" fmla="*/ 476280 h 475560"/>
              </a:gdLst>
              <a:ahLst/>
              <a:cxnLst/>
              <a:rect l="textAreaLeft" t="textAreaTop" r="textAreaRight" b="textAreaBottom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71280" tIns="45000" rIns="7128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1001" name="Freeform 152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300320" y="1849320"/>
              <a:ext cx="108720" cy="107280"/>
            </a:xfrm>
            <a:custGeom>
              <a:avLst/>
              <a:gdLst>
                <a:gd name="textAreaLeft" fmla="*/ 0 w 108720"/>
                <a:gd name="textAreaRight" fmla="*/ 109440 w 108720"/>
                <a:gd name="textAreaTop" fmla="*/ 0 h 107280"/>
                <a:gd name="textAreaBottom" fmla="*/ 108000 h 107280"/>
              </a:gdLst>
              <a:ahLst/>
              <a:cxnLst/>
              <a:rect l="textAreaLeft" t="textAreaTop" r="textAreaRight" b="textAreaBottom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4360" tIns="45000" rIns="5436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1002" name="Freeform 153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281160" y="3417840"/>
              <a:ext cx="142200" cy="474120"/>
            </a:xfrm>
            <a:custGeom>
              <a:avLst/>
              <a:gdLst>
                <a:gd name="textAreaLeft" fmla="*/ 0 w 142200"/>
                <a:gd name="textAreaRight" fmla="*/ 142920 w 142200"/>
                <a:gd name="textAreaTop" fmla="*/ 0 h 474120"/>
                <a:gd name="textAreaBottom" fmla="*/ 474840 h 474120"/>
              </a:gdLst>
              <a:ahLst/>
              <a:cxnLst/>
              <a:rect l="textAreaLeft" t="textAreaTop" r="textAreaRight" b="textAreaBottom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71280" tIns="45000" rIns="7128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1003" name="Freeform 154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237960" y="3882960"/>
              <a:ext cx="108720" cy="108720"/>
            </a:xfrm>
            <a:custGeom>
              <a:avLst/>
              <a:gdLst>
                <a:gd name="textAreaLeft" fmla="*/ 0 w 108720"/>
                <a:gd name="textAreaRight" fmla="*/ 109440 w 108720"/>
                <a:gd name="textAreaTop" fmla="*/ 0 h 108720"/>
                <a:gd name="textAreaBottom" fmla="*/ 109440 h 108720"/>
              </a:gdLst>
              <a:ahLst/>
              <a:cxnLst/>
              <a:rect l="textAreaLeft" t="textAreaTop" r="textAreaRight" b="textAreaBottom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4360" tIns="45000" rIns="5436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1004" name="Freeform 155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4680" y="2166840"/>
              <a:ext cx="113760" cy="451800"/>
            </a:xfrm>
            <a:custGeom>
              <a:avLst/>
              <a:gdLst>
                <a:gd name="textAreaLeft" fmla="*/ 0 w 113760"/>
                <a:gd name="textAreaRight" fmla="*/ 114480 w 113760"/>
                <a:gd name="textAreaTop" fmla="*/ 0 h 451800"/>
                <a:gd name="textAreaBottom" fmla="*/ 452520 h 451800"/>
              </a:gdLst>
              <a:ahLst/>
              <a:cxnLst/>
              <a:rect l="textAreaLeft" t="textAreaTop" r="textAreaRight" b="textAreaBottom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6880" tIns="45000" rIns="5688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1005" name="Freeform 156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52560" y="2066760"/>
              <a:ext cx="108720" cy="108720"/>
            </a:xfrm>
            <a:custGeom>
              <a:avLst/>
              <a:gdLst>
                <a:gd name="textAreaLeft" fmla="*/ 0 w 108720"/>
                <a:gd name="textAreaRight" fmla="*/ 109440 w 108720"/>
                <a:gd name="textAreaTop" fmla="*/ 0 h 108720"/>
                <a:gd name="textAreaBottom" fmla="*/ 109440 h 108720"/>
              </a:gdLst>
              <a:ahLst/>
              <a:cxnLst/>
              <a:rect l="textAreaLeft" t="textAreaTop" r="textAreaRight" b="textAreaBottom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4360" tIns="45000" rIns="5436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1006" name="Rectangle 13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228680" y="4662360"/>
              <a:ext cx="23040" cy="2180520"/>
            </a:xfrm>
            <a:prstGeom prst="rect">
              <a:avLst/>
            </a:pr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1520" tIns="45000" rIns="1152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1007" name="Freeform 157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319040" y="5041800"/>
              <a:ext cx="370800" cy="1801080"/>
            </a:xfrm>
            <a:custGeom>
              <a:avLst/>
              <a:gdLst>
                <a:gd name="textAreaLeft" fmla="*/ 0 w 370800"/>
                <a:gd name="textAreaRight" fmla="*/ 371520 w 370800"/>
                <a:gd name="textAreaTop" fmla="*/ 0 h 1801080"/>
                <a:gd name="textAreaBottom" fmla="*/ 1801800 h 1801080"/>
              </a:gdLst>
              <a:ahLst/>
              <a:cxnLst/>
              <a:rect l="textAreaLeft" t="textAreaTop" r="textAreaRight" b="textAreaBottom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1008" name="Freeform 158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147680" y="4481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1009" name="Freeform 159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819000" y="3983040"/>
              <a:ext cx="347040" cy="2859840"/>
            </a:xfrm>
            <a:custGeom>
              <a:avLst/>
              <a:gdLst>
                <a:gd name="textAreaLeft" fmla="*/ 0 w 347040"/>
                <a:gd name="textAreaRight" fmla="*/ 347760 w 347040"/>
                <a:gd name="textAreaTop" fmla="*/ 0 h 2859840"/>
                <a:gd name="textAreaBottom" fmla="*/ 2860560 h 2859840"/>
              </a:gdLst>
              <a:ahLst/>
              <a:cxnLst/>
              <a:rect l="textAreaLeft" t="textAreaTop" r="textAreaRight" b="textAreaBottom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1010" name="Freeform 160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728640" y="380700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1011" name="Freeform 161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623960" y="486720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1012" name="Freeform 162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405080" y="5423040"/>
              <a:ext cx="370800" cy="1424880"/>
            </a:xfrm>
            <a:custGeom>
              <a:avLst/>
              <a:gdLst>
                <a:gd name="textAreaLeft" fmla="*/ 0 w 370800"/>
                <a:gd name="textAreaRight" fmla="*/ 371520 w 370800"/>
                <a:gd name="textAreaTop" fmla="*/ 0 h 1424880"/>
                <a:gd name="textAreaBottom" fmla="*/ 1425600 h 1424880"/>
              </a:gdLst>
              <a:ahLst/>
              <a:cxnLst/>
              <a:rect l="textAreaLeft" t="textAreaTop" r="textAreaRight" b="textAreaBottom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1013" name="Freeform 163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666800" y="5945040"/>
              <a:ext cx="151560" cy="912240"/>
            </a:xfrm>
            <a:custGeom>
              <a:avLst/>
              <a:gdLst>
                <a:gd name="textAreaLeft" fmla="*/ 0 w 151560"/>
                <a:gd name="textAreaRight" fmla="*/ 152280 w 151560"/>
                <a:gd name="textAreaTop" fmla="*/ 0 h 912240"/>
                <a:gd name="textAreaBottom" fmla="*/ 912960 h 912240"/>
              </a:gdLst>
              <a:ahLst/>
              <a:cxnLst/>
              <a:rect l="textAreaLeft" t="textAreaTop" r="textAreaRight" b="textAreaBottom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75960" tIns="45000" rIns="7596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1014" name="Freeform 164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709640" y="524664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1015" name="Freeform 165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709640" y="5764320"/>
              <a:ext cx="189720" cy="18972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9720"/>
                <a:gd name="textAreaBottom" fmla="*/ 190440 h 18972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1016" name="Freeform 166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1766880" y="6330960"/>
              <a:ext cx="418320" cy="526320"/>
            </a:xfrm>
            <a:custGeom>
              <a:avLst/>
              <a:gdLst>
                <a:gd name="textAreaLeft" fmla="*/ 0 w 418320"/>
                <a:gd name="textAreaRight" fmla="*/ 419040 w 418320"/>
                <a:gd name="textAreaTop" fmla="*/ 0 h 526320"/>
                <a:gd name="textAreaBottom" fmla="*/ 527040 h 526320"/>
              </a:gdLst>
              <a:ahLst/>
              <a:cxnLst/>
              <a:rect l="textAreaLeft" t="textAreaTop" r="textAreaRight" b="textAreaBottom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1017" name="Freeform 167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2147760" y="6221520"/>
              <a:ext cx="156600" cy="14688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46880"/>
                <a:gd name="textAreaBottom" fmla="*/ 147600 h 146880"/>
              </a:gdLst>
              <a:ahLst/>
              <a:cxnLst/>
              <a:rect l="textAreaLeft" t="textAreaTop" r="textAreaRight" b="textAreaBottom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78480" tIns="45000" rIns="7848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1018" name="Freeform 168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504720" y="9360"/>
              <a:ext cx="232560" cy="5103000"/>
            </a:xfrm>
            <a:custGeom>
              <a:avLst/>
              <a:gdLst>
                <a:gd name="textAreaLeft" fmla="*/ 0 w 232560"/>
                <a:gd name="textAreaRight" fmla="*/ 233280 w 232560"/>
                <a:gd name="textAreaTop" fmla="*/ 0 h 5103000"/>
                <a:gd name="textAreaBottom" fmla="*/ 5103720 h 5103000"/>
              </a:gdLst>
              <a:ahLst/>
              <a:cxnLst/>
              <a:rect l="textAreaLeft" t="textAreaTop" r="textAreaRight" b="textAreaBottom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1019" name="Freeform 169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633240" y="5103720"/>
              <a:ext cx="185040" cy="185040"/>
            </a:xfrm>
            <a:custGeom>
              <a:avLst/>
              <a:gdLst>
                <a:gd name="textAreaLeft" fmla="*/ 0 w 185040"/>
                <a:gd name="textAreaRight" fmla="*/ 185760 w 185040"/>
                <a:gd name="textAreaTop" fmla="*/ 0 h 185040"/>
                <a:gd name="textAreaBottom" fmla="*/ 185760 h 185040"/>
              </a:gdLst>
              <a:ahLst/>
              <a:cxnLst/>
              <a:rect l="textAreaLeft" t="textAreaTop" r="textAreaRight" b="textAreaBottom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</p:grpSp>
      <p:grpSp>
        <p:nvGrpSpPr>
          <p:cNvPr id="1020" name="Group 5">
            <a:extLst>
              <a:ext uri="{C183D7F6-B498-43B3-948B-1728B52AA6E4}">
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</a:ext>
            </a:extLst>
          </p:cNvPr>
          <p:cNvGrpSpPr/>
          <p:nvPr/>
        </p:nvGrpSpPr>
        <p:grpSpPr>
          <a:xfrm>
            <a:off x="0" y="0"/>
            <a:ext cx="12191400" cy="6857280"/>
            <a:chOff x="0" y="0"/>
            <a:chExt cx="12191400" cy="6857280"/>
          </a:xfrm>
        </p:grpSpPr>
        <p:sp useBgFill="1">
          <p:nvSpPr>
            <p:cNvPr id="1021" name="Rectangle 14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>
              <a:off x="0" y="0"/>
              <a:ext cx="12191400" cy="685728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pic>
          <p:nvPicPr>
            <p:cNvPr id="1022" name="Picture 7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PicPr/>
            <p:nvPr/>
          </p:nvPicPr>
          <p:blipFill>
            <a:blip r:embed="rId3">
              <a:alphaModFix amt="30000"/>
            </a:blip>
            <a:stretch/>
          </p:blipFill>
          <p:spPr>
            <a:xfrm>
              <a:off x="0" y="0"/>
              <a:ext cx="12191400" cy="685728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023" name="Round Diagonal Corner Rectangle 2">
            <a:extLst>
              <a:ext uri="{C183D7F6-B498-43B3-948B-1728B52AA6E4}">
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</a:ext>
            </a:extLst>
          </p:cNvPr>
          <p:cNvSpPr/>
          <p:nvPr/>
        </p:nvSpPr>
        <p:spPr>
          <a:xfrm>
            <a:off x="2582280" y="2235240"/>
            <a:ext cx="7026480" cy="2395440"/>
          </a:xfrm>
          <a:prstGeom prst="round2DiagRect">
            <a:avLst>
              <a:gd name="adj1" fmla="val 9246"/>
              <a:gd name="adj2" fmla="val 0"/>
            </a:avLst>
          </a:prstGeom>
          <a:solidFill>
            <a:schemeClr val="accent1">
              <a:lumMod val="10000"/>
              <a:lumOff val="90000"/>
            </a:schemeClr>
          </a:solidFill>
          <a:ln>
            <a:solidFill>
              <a:srgbClr val="000000"/>
            </a:solidFill>
            <a:rou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w Cen MT"/>
              <a:ea typeface="+mn-ea"/>
              <a:cs typeface="+mn-cs"/>
            </a:endParaRPr>
          </a:p>
        </p:txBody>
      </p:sp>
      <p:grpSp>
        <p:nvGrpSpPr>
          <p:cNvPr id="1024" name="Group 6">
            <a:extLst>
              <a:ext uri="{C183D7F6-B498-43B3-948B-1728B52AA6E4}">
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</a:ext>
            </a:extLst>
          </p:cNvPr>
          <p:cNvGrpSpPr/>
          <p:nvPr/>
        </p:nvGrpSpPr>
        <p:grpSpPr>
          <a:xfrm>
            <a:off x="606240" y="2900160"/>
            <a:ext cx="10981800" cy="1211040"/>
            <a:chOff x="606240" y="2900160"/>
            <a:chExt cx="10981800" cy="1211040"/>
          </a:xfrm>
        </p:grpSpPr>
        <p:sp>
          <p:nvSpPr>
            <p:cNvPr id="1025" name="Freeform 170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 rot="5400000" flipV="1">
              <a:off x="9653400" y="3379680"/>
              <a:ext cx="416880" cy="511920"/>
            </a:xfrm>
            <a:custGeom>
              <a:avLst/>
              <a:gdLst>
                <a:gd name="textAreaLeft" fmla="*/ 0 w 416880"/>
                <a:gd name="textAreaRight" fmla="*/ 417600 w 416880"/>
                <a:gd name="textAreaTop" fmla="*/ -360 h 511920"/>
                <a:gd name="textAreaBottom" fmla="*/ 512280 h 511920"/>
              </a:gdLst>
              <a:ahLst/>
              <a:cxnLst/>
              <a:rect l="textAreaLeft" t="textAreaTop" r="textAreaRight" b="textAreaBottom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blurRad="50760" dist="37674" dir="2700000" algn="tl" rotWithShape="0">
                <a:srgbClr val="000000">
                  <a:alpha val="58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1026" name="Freeform 171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 rot="5400000" flipV="1">
              <a:off x="10078200" y="3310560"/>
              <a:ext cx="156600" cy="15156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360 h 151560"/>
                <a:gd name="textAreaBottom" fmla="*/ 152640 h 151560"/>
              </a:gdLst>
              <a:ahLst/>
              <a:cxnLst/>
              <a:rect l="textAreaLeft" t="textAreaTop" r="textAreaRight" b="textAreaBottom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blurRad="50760" dist="37674" dir="2700000" algn="tl" rotWithShape="0">
                <a:srgbClr val="000000">
                  <a:alpha val="58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78480" tIns="45000" rIns="7848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1027" name="Freeform 172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 rot="5400000" flipV="1">
              <a:off x="11146680" y="3574080"/>
              <a:ext cx="188280" cy="18972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360 h 189720"/>
                <a:gd name="textAreaBottom" fmla="*/ 190800 h 18972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blurRad="50760" dist="37674" dir="2700000" algn="tl" rotWithShape="0">
                <a:srgbClr val="000000">
                  <a:alpha val="58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1028" name="Freeform 173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 rot="5400000" flipV="1">
              <a:off x="10230480" y="3034440"/>
              <a:ext cx="304200" cy="1544040"/>
            </a:xfrm>
            <a:custGeom>
              <a:avLst/>
              <a:gdLst>
                <a:gd name="textAreaLeft" fmla="*/ 0 w 304200"/>
                <a:gd name="textAreaRight" fmla="*/ 304920 w 304200"/>
                <a:gd name="textAreaTop" fmla="*/ 360 h 1544040"/>
                <a:gd name="textAreaBottom" fmla="*/ 1545120 h 1544040"/>
              </a:gdLst>
              <a:ahLst/>
              <a:cxnLst/>
              <a:rect l="textAreaLeft" t="textAreaTop" r="textAreaRight" b="textAreaBottom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blurRad="50760" dist="37674" dir="2700000" algn="tl" rotWithShape="0">
                <a:srgbClr val="000000">
                  <a:alpha val="58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1029" name="Freeform 174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 rot="5400000">
              <a:off x="10035000" y="2562480"/>
              <a:ext cx="297720" cy="1153440"/>
            </a:xfrm>
            <a:custGeom>
              <a:avLst/>
              <a:gdLst>
                <a:gd name="textAreaLeft" fmla="*/ 0 w 297720"/>
                <a:gd name="textAreaRight" fmla="*/ 298440 w 297720"/>
                <a:gd name="textAreaTop" fmla="*/ 0 h 1153440"/>
                <a:gd name="textAreaBottom" fmla="*/ 1154160 h 1153440"/>
              </a:gdLst>
              <a:ahLst/>
              <a:cxnLst/>
              <a:rect l="textAreaLeft" t="textAreaTop" r="textAreaRight" b="textAreaBottom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blurRad="50760" dist="37674" dir="2700000" algn="tl" rotWithShape="0">
                <a:srgbClr val="000000">
                  <a:alpha val="58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1030" name="Freeform 175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 rot="5400000">
              <a:off x="10747800" y="3232440"/>
              <a:ext cx="156600" cy="154800"/>
            </a:xfrm>
            <a:custGeom>
              <a:avLst/>
              <a:gdLst>
                <a:gd name="textAreaLeft" fmla="*/ 0 w 156600"/>
                <a:gd name="textAreaRight" fmla="*/ 157320 w 156600"/>
                <a:gd name="textAreaTop" fmla="*/ 0 h 154800"/>
                <a:gd name="textAreaBottom" fmla="*/ 155520 h 154800"/>
              </a:gdLst>
              <a:ahLst/>
              <a:cxn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blurRad="50760" dist="37674" dir="2700000" algn="tl" rotWithShape="0">
                <a:srgbClr val="000000">
                  <a:alpha val="58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78480" tIns="45000" rIns="7848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1031" name="Freeform 176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 rot="5400000">
              <a:off x="11399760" y="3095280"/>
              <a:ext cx="188280" cy="188280"/>
            </a:xfrm>
            <a:custGeom>
              <a:avLst/>
              <a:gdLst>
                <a:gd name="textAreaLeft" fmla="*/ 0 w 188280"/>
                <a:gd name="textAreaRight" fmla="*/ 189000 w 188280"/>
                <a:gd name="textAreaTop" fmla="*/ 0 h 188280"/>
                <a:gd name="textAreaBottom" fmla="*/ 189000 h 1882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blurRad="50760" dist="37674" dir="2700000" algn="tl" rotWithShape="0">
                <a:srgbClr val="000000">
                  <a:alpha val="58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1032" name="Freeform 177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 rot="5400000">
              <a:off x="10354320" y="2153160"/>
              <a:ext cx="307080" cy="1801080"/>
            </a:xfrm>
            <a:custGeom>
              <a:avLst/>
              <a:gdLst>
                <a:gd name="textAreaLeft" fmla="*/ 0 w 307080"/>
                <a:gd name="textAreaRight" fmla="*/ 307800 w 307080"/>
                <a:gd name="textAreaTop" fmla="*/ 0 h 1801080"/>
                <a:gd name="textAreaBottom" fmla="*/ 1801800 h 1801080"/>
              </a:gdLst>
              <a:ahLst/>
              <a:cxnLst/>
              <a:rect l="textAreaLeft" t="textAreaTop" r="textAreaRight" b="textAreaBottom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blurRad="50760" dist="37674" dir="2700000" algn="tl" rotWithShape="0">
                <a:srgbClr val="000000">
                  <a:alpha val="58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1033" name="Freeform 178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 rot="5400000">
              <a:off x="9849600" y="3308760"/>
              <a:ext cx="189720" cy="188280"/>
            </a:xfrm>
            <a:custGeom>
              <a:avLst/>
              <a:gdLst>
                <a:gd name="textAreaLeft" fmla="*/ 0 w 189720"/>
                <a:gd name="textAreaRight" fmla="*/ 190440 w 189720"/>
                <a:gd name="textAreaTop" fmla="*/ 0 h 188280"/>
                <a:gd name="textAreaBottom" fmla="*/ 189000 h 1882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blurRad="50760" dist="37674" dir="2700000" algn="tl" rotWithShape="0">
                <a:srgbClr val="000000">
                  <a:alpha val="58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1034" name="Rectangle 15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 rot="5400000">
              <a:off x="9721800" y="3283920"/>
              <a:ext cx="23040" cy="251640"/>
            </a:xfrm>
            <a:prstGeom prst="rect">
              <a:avLst/>
            </a:pr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blurRad="50760" dist="37674" dir="2700000" algn="tl" rotWithShape="0">
                <a:srgbClr val="000000">
                  <a:alpha val="58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1520" tIns="45000" rIns="1152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1035" name="Freeform 179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 rot="16200000" flipH="1" flipV="1">
              <a:off x="2121840" y="3532320"/>
              <a:ext cx="416880" cy="511920"/>
            </a:xfrm>
            <a:custGeom>
              <a:avLst/>
              <a:gdLst>
                <a:gd name="textAreaLeft" fmla="*/ -360 w 416880"/>
                <a:gd name="textAreaRight" fmla="*/ 417240 w 416880"/>
                <a:gd name="textAreaTop" fmla="*/ -360 h 511920"/>
                <a:gd name="textAreaBottom" fmla="*/ 512280 h 511920"/>
              </a:gdLst>
              <a:ahLst/>
              <a:cxnLst/>
              <a:rect l="textAreaLeft" t="textAreaTop" r="textAreaRight" b="textAreaBottom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blurRad="50760" dist="37674" dir="2700000" algn="tl" rotWithShape="0">
                <a:srgbClr val="000000">
                  <a:alpha val="58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1036" name="Freeform 180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 rot="16200000" flipH="1" flipV="1">
              <a:off x="1957680" y="3463200"/>
              <a:ext cx="156600" cy="151560"/>
            </a:xfrm>
            <a:custGeom>
              <a:avLst/>
              <a:gdLst>
                <a:gd name="textAreaLeft" fmla="*/ 360 w 156600"/>
                <a:gd name="textAreaRight" fmla="*/ 157680 w 156600"/>
                <a:gd name="textAreaTop" fmla="*/ 360 h 151560"/>
                <a:gd name="textAreaBottom" fmla="*/ 152640 h 151560"/>
              </a:gdLst>
              <a:ahLst/>
              <a:cxnLst/>
              <a:rect l="textAreaLeft" t="textAreaTop" r="textAreaRight" b="textAreaBottom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blurRad="50760" dist="37674" dir="2700000" algn="tl" rotWithShape="0">
                <a:srgbClr val="000000">
                  <a:alpha val="58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78480" tIns="45000" rIns="7848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1037" name="Freeform 181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 rot="16200000" flipH="1" flipV="1">
              <a:off x="857520" y="3726720"/>
              <a:ext cx="188280" cy="189720"/>
            </a:xfrm>
            <a:custGeom>
              <a:avLst/>
              <a:gdLst>
                <a:gd name="textAreaLeft" fmla="*/ 360 w 188280"/>
                <a:gd name="textAreaRight" fmla="*/ 189360 w 188280"/>
                <a:gd name="textAreaTop" fmla="*/ 360 h 189720"/>
                <a:gd name="textAreaBottom" fmla="*/ 190800 h 18972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blurRad="50760" dist="37674" dir="2700000" algn="tl" rotWithShape="0">
                <a:srgbClr val="000000">
                  <a:alpha val="58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1038" name="Freeform 182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 rot="16200000" flipH="1" flipV="1">
              <a:off x="1657800" y="3186720"/>
              <a:ext cx="304200" cy="1544040"/>
            </a:xfrm>
            <a:custGeom>
              <a:avLst/>
              <a:gdLst>
                <a:gd name="textAreaLeft" fmla="*/ 360 w 304200"/>
                <a:gd name="textAreaRight" fmla="*/ 305280 w 304200"/>
                <a:gd name="textAreaTop" fmla="*/ 360 h 1544040"/>
                <a:gd name="textAreaBottom" fmla="*/ 1545120 h 1544040"/>
              </a:gdLst>
              <a:ahLst/>
              <a:cxnLst/>
              <a:rect l="textAreaLeft" t="textAreaTop" r="textAreaRight" b="textAreaBottom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blurRad="50760" dist="37674" dir="2700000" algn="tl" rotWithShape="0">
                <a:srgbClr val="000000">
                  <a:alpha val="58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1039" name="Freeform 183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 rot="16200000" flipH="1">
              <a:off x="1860480" y="2715120"/>
              <a:ext cx="297720" cy="1153440"/>
            </a:xfrm>
            <a:custGeom>
              <a:avLst/>
              <a:gdLst>
                <a:gd name="textAreaLeft" fmla="*/ 360 w 297720"/>
                <a:gd name="textAreaRight" fmla="*/ 298800 w 297720"/>
                <a:gd name="textAreaTop" fmla="*/ 0 h 1153440"/>
                <a:gd name="textAreaBottom" fmla="*/ 1154160 h 1153440"/>
              </a:gdLst>
              <a:ahLst/>
              <a:cxnLst/>
              <a:rect l="textAreaLeft" t="textAreaTop" r="textAreaRight" b="textAreaBottom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blurRad="50760" dist="37674" dir="2700000" algn="tl" rotWithShape="0">
                <a:srgbClr val="000000">
                  <a:alpha val="58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1040" name="Freeform 184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 rot="16200000" flipH="1">
              <a:off x="1289160" y="3385080"/>
              <a:ext cx="156600" cy="154800"/>
            </a:xfrm>
            <a:custGeom>
              <a:avLst/>
              <a:gdLst>
                <a:gd name="textAreaLeft" fmla="*/ 360 w 156600"/>
                <a:gd name="textAreaRight" fmla="*/ 157680 w 156600"/>
                <a:gd name="textAreaTop" fmla="*/ 0 h 154800"/>
                <a:gd name="textAreaBottom" fmla="*/ 155520 h 154800"/>
              </a:gdLst>
              <a:ahLst/>
              <a:cxn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blurRad="50760" dist="37674" dir="2700000" algn="tl" rotWithShape="0">
                <a:srgbClr val="000000">
                  <a:alpha val="58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78480" tIns="45000" rIns="7848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1041" name="Freeform 185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 rot="16200000" flipH="1">
              <a:off x="605880" y="3247920"/>
              <a:ext cx="188280" cy="188280"/>
            </a:xfrm>
            <a:custGeom>
              <a:avLst/>
              <a:gdLst>
                <a:gd name="textAreaLeft" fmla="*/ 360 w 188280"/>
                <a:gd name="textAreaRight" fmla="*/ 189360 w 188280"/>
                <a:gd name="textAreaTop" fmla="*/ 0 h 188280"/>
                <a:gd name="textAreaBottom" fmla="*/ 189000 h 1882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blurRad="50760" dist="37674" dir="2700000" algn="tl" rotWithShape="0">
                <a:srgbClr val="000000">
                  <a:alpha val="58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1042" name="Freeform 186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 rot="16200000" flipH="1">
              <a:off x="1532160" y="2305440"/>
              <a:ext cx="307080" cy="1801080"/>
            </a:xfrm>
            <a:custGeom>
              <a:avLst/>
              <a:gdLst>
                <a:gd name="textAreaLeft" fmla="*/ 360 w 307080"/>
                <a:gd name="textAreaRight" fmla="*/ 308160 w 307080"/>
                <a:gd name="textAreaTop" fmla="*/ 0 h 1801080"/>
                <a:gd name="textAreaBottom" fmla="*/ 1801800 h 1801080"/>
              </a:gdLst>
              <a:ahLst/>
              <a:cxnLst/>
              <a:rect l="textAreaLeft" t="textAreaTop" r="textAreaRight" b="textAreaBottom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blurRad="50760" dist="37674" dir="2700000" algn="tl" rotWithShape="0">
                <a:srgbClr val="000000">
                  <a:alpha val="58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1043" name="Freeform 187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 rot="16200000" flipH="1">
              <a:off x="2154600" y="3461040"/>
              <a:ext cx="189720" cy="188280"/>
            </a:xfrm>
            <a:custGeom>
              <a:avLst/>
              <a:gdLst>
                <a:gd name="textAreaLeft" fmla="*/ 360 w 189720"/>
                <a:gd name="textAreaRight" fmla="*/ 190800 w 189720"/>
                <a:gd name="textAreaTop" fmla="*/ 0 h 188280"/>
                <a:gd name="textAreaBottom" fmla="*/ 189000 h 1882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blurRad="50760" dist="37674" dir="2700000" algn="tl" rotWithShape="0">
                <a:srgbClr val="000000">
                  <a:alpha val="58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  <p:sp>
          <p:nvSpPr>
            <p:cNvPr id="1044" name="Rectangle 16">
              <a:extLst>
                <a:ext uri="{C183D7F6-B498-43B3-948B-1728B52AA6E4}">
                  <adec:decorative xmlns:adec="http://schemas.microsoft.com/office/drawing/2017/decorative" xmlns:mc="http://schemas.openxmlformats.org/markup-compatibility/2006" xmlns:p15="http://schemas.microsoft.com/office/powerpoint/2012/main" xmlns:p14="http://schemas.microsoft.com/office/powerpoint/2010/main" xmlns="" val="1"/>
                </a:ext>
              </a:extLst>
            </p:cNvPr>
            <p:cNvSpPr/>
            <p:nvPr/>
          </p:nvSpPr>
          <p:spPr>
            <a:xfrm rot="16200000" flipH="1">
              <a:off x="2448720" y="3436560"/>
              <a:ext cx="23040" cy="251640"/>
            </a:xfrm>
            <a:prstGeom prst="rect">
              <a:avLst/>
            </a:pr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blurRad="50760" dist="37674" dir="2700000" algn="tl" rotWithShape="0">
                <a:srgbClr val="000000">
                  <a:alpha val="58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1520" tIns="45000" rIns="11520" bIns="45000" anchor="t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w Cen MT"/>
                <a:ea typeface="+mn-ea"/>
                <a:cs typeface="+mn-cs"/>
              </a:endParaRPr>
            </a:p>
          </p:txBody>
        </p:sp>
      </p:grpSp>
      <p:sp>
        <p:nvSpPr>
          <p:cNvPr id="1045" name="PlaceHolder 1"/>
          <p:cNvSpPr>
            <a:spLocks noGrp="1"/>
          </p:cNvSpPr>
          <p:nvPr>
            <p:ph type="title"/>
          </p:nvPr>
        </p:nvSpPr>
        <p:spPr>
          <a:xfrm>
            <a:off x="2691360" y="2743200"/>
            <a:ext cx="6919200" cy="1069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algn="ctr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Times New Roman"/>
              </a:rPr>
              <a:t>MIIM Verification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</p:spTree>
    <p:extLst>
      <p:ext uri="{BB962C8B-B14F-4D97-AF65-F5344CB8AC3E}">
        <p14:creationId xmlns:p14="http://schemas.microsoft.com/office/powerpoint/2010/main" val="253817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PlaceHolder 1"/>
          <p:cNvSpPr>
            <a:spLocks noGrp="1"/>
          </p:cNvSpPr>
          <p:nvPr>
            <p:ph type="title"/>
          </p:nvPr>
        </p:nvSpPr>
        <p:spPr>
          <a:xfrm>
            <a:off x="815760" y="0"/>
            <a:ext cx="10560240" cy="1477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3200" b="1" u="none" strike="noStrike" cap="all" dirty="0" err="1">
                <a:solidFill>
                  <a:schemeClr val="dk1"/>
                </a:solidFill>
                <a:effectLst/>
                <a:uFillTx/>
                <a:latin typeface="Times New Roman"/>
              </a:rPr>
              <a:t>TestbencH</a:t>
            </a:r>
            <a:r>
              <a:rPr lang="en-US" sz="3200" b="1" u="none" strike="noStrike" cap="all" dirty="0">
                <a:solidFill>
                  <a:schemeClr val="dk1"/>
                </a:solidFill>
                <a:effectLst/>
                <a:uFillTx/>
                <a:latin typeface="Times New Roman"/>
              </a:rPr>
              <a:t> Architecture</a:t>
            </a:r>
            <a:endParaRPr lang="en-US" sz="3200" b="0" u="none" strike="noStrike" cap="all" dirty="0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pic>
        <p:nvPicPr>
          <p:cNvPr id="1051" name="Picture 13"/>
          <p:cNvPicPr/>
          <p:nvPr/>
        </p:nvPicPr>
        <p:blipFill>
          <a:blip r:embed="rId2"/>
          <a:stretch/>
        </p:blipFill>
        <p:spPr>
          <a:xfrm>
            <a:off x="2160720" y="1386681"/>
            <a:ext cx="7870320" cy="44294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2" name="PlaceHolder 1"/>
          <p:cNvSpPr>
            <a:spLocks noGrp="1"/>
          </p:cNvSpPr>
          <p:nvPr>
            <p:ph type="title"/>
          </p:nvPr>
        </p:nvSpPr>
        <p:spPr>
          <a:xfrm>
            <a:off x="815760" y="0"/>
            <a:ext cx="10560240" cy="1477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3200" b="1" u="none" strike="noStrike" cap="all">
                <a:solidFill>
                  <a:schemeClr val="dk1"/>
                </a:solidFill>
                <a:effectLst/>
                <a:uFillTx/>
                <a:latin typeface="Times New Roman"/>
              </a:rPr>
              <a:t>Test Suite Overview</a:t>
            </a:r>
            <a:endParaRPr lang="en-US" sz="3200" b="0" u="none" strike="noStrike" cap="all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1053" name="PlaceHolder 2"/>
          <p:cNvSpPr>
            <a:spLocks noGrp="1"/>
          </p:cNvSpPr>
          <p:nvPr>
            <p:ph/>
          </p:nvPr>
        </p:nvSpPr>
        <p:spPr>
          <a:xfrm>
            <a:off x="838080" y="1357920"/>
            <a:ext cx="10401840" cy="4844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120000"/>
              </a:lnSpc>
              <a:spcBef>
                <a:spcPts val="1001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1054" name="PlaceHolder 3"/>
          <p:cNvSpPr txBox="1"/>
          <p:nvPr/>
        </p:nvSpPr>
        <p:spPr>
          <a:xfrm>
            <a:off x="894960" y="2013840"/>
            <a:ext cx="10401840" cy="48441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indent="-324000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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21 directed test cases, divided mainly in three categories:</a:t>
            </a:r>
          </a:p>
          <a:p>
            <a:pPr marL="864000" lvl="1" indent="-3240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Reset &amp; Clock Generation</a:t>
            </a:r>
          </a:p>
          <a:p>
            <a:pPr marL="864000" lvl="1" indent="-3240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Writing to PHY</a:t>
            </a:r>
          </a:p>
          <a:p>
            <a:pPr marL="864000" lvl="1" indent="-3240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Reading From PHY</a:t>
            </a:r>
          </a:p>
          <a:p>
            <a:pPr indent="-324000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Wingdings" charset="2"/>
              <a:buChar char="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Target:</a:t>
            </a:r>
          </a:p>
          <a:p>
            <a:pPr marL="864000" lvl="1" indent="-3240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Protocol correctness</a:t>
            </a:r>
          </a:p>
          <a:p>
            <a:pPr marL="864000" lvl="1" indent="-3240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Register/priority edge cases</a:t>
            </a:r>
          </a:p>
          <a:p>
            <a:pPr marL="864000" lvl="1" indent="-3240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Timing/corner-case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5" name="PlaceHolder 1"/>
          <p:cNvSpPr>
            <a:spLocks noGrp="1"/>
          </p:cNvSpPr>
          <p:nvPr>
            <p:ph type="title"/>
          </p:nvPr>
        </p:nvSpPr>
        <p:spPr>
          <a:xfrm>
            <a:off x="815760" y="0"/>
            <a:ext cx="10560240" cy="1477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3200" b="1" u="none" strike="noStrike" cap="all" dirty="0">
                <a:solidFill>
                  <a:schemeClr val="dk1"/>
                </a:solidFill>
                <a:effectLst/>
                <a:uFillTx/>
                <a:latin typeface="Times New Roman"/>
              </a:rPr>
              <a:t>Functional </a:t>
            </a:r>
            <a:r>
              <a:rPr lang="en-US" sz="3200" b="1" u="none" strike="noStrike" cap="all" dirty="0" smtClean="0">
                <a:solidFill>
                  <a:schemeClr val="dk1"/>
                </a:solidFill>
                <a:effectLst/>
                <a:uFillTx/>
                <a:latin typeface="Times New Roman"/>
              </a:rPr>
              <a:t>Coverage </a:t>
            </a:r>
            <a:r>
              <a:rPr lang="en-US" sz="3200" b="1" u="none" strike="noStrike" cap="all" dirty="0">
                <a:solidFill>
                  <a:schemeClr val="dk1"/>
                </a:solidFill>
                <a:effectLst/>
                <a:uFillTx/>
                <a:latin typeface="Times New Roman"/>
              </a:rPr>
              <a:t>Results</a:t>
            </a:r>
            <a:endParaRPr lang="en-US" sz="3200" b="0" u="none" strike="noStrike" cap="all" dirty="0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1056" name="PlaceHolder 5"/>
          <p:cNvSpPr txBox="1"/>
          <p:nvPr/>
        </p:nvSpPr>
        <p:spPr>
          <a:xfrm>
            <a:off x="894960" y="2013840"/>
            <a:ext cx="10401840" cy="48441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indent="-324000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"/>
            </a:pPr>
            <a:r>
              <a:rPr lang="en-US" sz="2200" b="0" u="none" strike="noStrike" dirty="0">
                <a:solidFill>
                  <a:schemeClr val="dk1"/>
                </a:solidFill>
                <a:effectLst/>
                <a:uFillTx/>
                <a:latin typeface="Tw Cen MT"/>
              </a:rPr>
              <a:t>MIIM Functional Coverage:</a:t>
            </a:r>
          </a:p>
          <a:p>
            <a:pPr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 dirty="0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 dirty="0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pic>
        <p:nvPicPr>
          <p:cNvPr id="1057" name="Picture 1056"/>
          <p:cNvPicPr/>
          <p:nvPr/>
        </p:nvPicPr>
        <p:blipFill>
          <a:blip r:embed="rId2"/>
          <a:srcRect l="1159" r="14120"/>
          <a:stretch/>
        </p:blipFill>
        <p:spPr>
          <a:xfrm>
            <a:off x="2666700" y="3594240"/>
            <a:ext cx="6858360" cy="8416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" name="PlaceHolder 1"/>
          <p:cNvSpPr>
            <a:spLocks noGrp="1"/>
          </p:cNvSpPr>
          <p:nvPr>
            <p:ph type="title"/>
          </p:nvPr>
        </p:nvSpPr>
        <p:spPr>
          <a:xfrm>
            <a:off x="815760" y="0"/>
            <a:ext cx="10560240" cy="1477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3200" b="1" u="none" strike="noStrike" cap="all">
                <a:solidFill>
                  <a:schemeClr val="dk1"/>
                </a:solidFill>
                <a:effectLst/>
                <a:uFillTx/>
                <a:latin typeface="Times New Roman"/>
              </a:rPr>
              <a:t>RTL Bugs</a:t>
            </a:r>
            <a:endParaRPr lang="en-US" sz="3200" b="0" u="none" strike="noStrike" cap="all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1060" name="PlaceHolder 4"/>
          <p:cNvSpPr txBox="1"/>
          <p:nvPr/>
        </p:nvSpPr>
        <p:spPr>
          <a:xfrm>
            <a:off x="894960" y="2013840"/>
            <a:ext cx="10401840" cy="48441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indent="-324000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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MIIM-Bug-001: </a:t>
            </a:r>
          </a:p>
          <a:p>
            <a:pPr marL="864000" lvl="1" indent="-3240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Description: In-flight MIIM operation abort permanently deadlocks Busy.</a:t>
            </a:r>
          </a:p>
          <a:p>
            <a:pPr marL="864000" lvl="1" indent="-3240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Severity: </a:t>
            </a:r>
            <a:r>
              <a:rPr lang="en-US" sz="2200" b="0" u="none" strike="noStrike">
                <a:solidFill>
                  <a:srgbClr val="FF0000"/>
                </a:solidFill>
                <a:effectLst/>
                <a:uFillTx/>
                <a:latin typeface="Tw Cen MT"/>
              </a:rPr>
              <a:t>High</a:t>
            </a: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.</a:t>
            </a:r>
          </a:p>
          <a:p>
            <a:pPr marL="864000" lvl="1" indent="-3240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Root Cause: Nvalid signal is left set with no path to 0.</a:t>
            </a:r>
          </a:p>
          <a:p>
            <a:pPr marL="1296000" lvl="2" indent="-2880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00" b="0" u="none" strike="noStrike">
                <a:solidFill>
                  <a:schemeClr val="dk1"/>
                </a:solidFill>
                <a:effectLst/>
                <a:highlight>
                  <a:srgbClr val="EA7500"/>
                </a:highlight>
                <a:uFillTx/>
                <a:latin typeface="Tw Cen MT"/>
              </a:rPr>
              <a:t>Busy = ... | InProgress | InProgress_q3 | Nvalid;</a:t>
            </a:r>
          </a:p>
          <a:p>
            <a:pPr marL="864000" lvl="1" indent="-3240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Trigger: Normal register write</a:t>
            </a:r>
          </a:p>
          <a:p>
            <a:pPr marL="864000" lvl="1" indent="-324000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2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Recovery: only a full core reset clears it.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ustom 3">
      <a:dk1>
        <a:srgbClr val="000000"/>
      </a:dk1>
      <a:lt1>
        <a:srgbClr val="FFFFFF"/>
      </a:lt1>
      <a:dk2>
        <a:srgbClr val="000000"/>
      </a:dk2>
      <a:lt2>
        <a:srgbClr val="0070C0"/>
      </a:lt2>
      <a:accent1>
        <a:srgbClr val="0C0C0C"/>
      </a:accent1>
      <a:accent2>
        <a:srgbClr val="002060"/>
      </a:accent2>
      <a:accent3>
        <a:srgbClr val="002060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Circuit">
      <a:majorFont>
        <a:latin typeface="Tw Cen MT"/>
        <a:ea typeface=""/>
        <a:cs typeface=""/>
      </a:majorFont>
      <a:minorFont>
        <a:latin typeface="Tw Cen MT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8000"/>
                <a:lumMod val="110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040000" scaled="0"/>
          <a:tileRect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100000">
              <a:schemeClr val="phClr">
                <a:shade val="74000"/>
                <a:lumMod val="100000"/>
              </a:schemeClr>
            </a:gs>
          </a:gsLst>
          <a:lin ang="5400000" scaled="0"/>
          <a:tileRect/>
        </a:gradFill>
      </a:fillStyleLst>
      <a:lnStyleLst>
        <a:ln w="9525" cap="flat" cmpd="sng" algn="ctr">
          <a:prstDash val="solid"/>
        </a:ln>
        <a:ln w="15875" cap="flat" cmpd="sng" algn="ctr">
          <a:prstDash val="solid"/>
        </a:ln>
        <a:ln w="22225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8000"/>
                <a:lumMod val="150000"/>
              </a:schemeClr>
            </a:gs>
            <a:gs pos="100000">
              <a:schemeClr val="phClr">
                <a:shade val="92000"/>
                <a:lumMod val="68000"/>
              </a:schemeClr>
            </a:gs>
          </a:gsLst>
          <a:lin ang="5040000" scaled="0"/>
          <a:tileRect/>
        </a:gradFill>
        <a:blipFill rotWithShape="0">
          <a:blip xmlns:r="http://schemas.openxmlformats.org/officeDocument/2006/relationships" r:embed="rId1"/>
          <a:srcRect/>
          <a:stretch>
            <a:fillRect/>
          </a:stretch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ircuit">
  <a:themeElements>
    <a:clrScheme name="Custom 3">
      <a:dk1>
        <a:srgbClr val="000000"/>
      </a:dk1>
      <a:lt1>
        <a:srgbClr val="FFFFFF"/>
      </a:lt1>
      <a:dk2>
        <a:srgbClr val="000000"/>
      </a:dk2>
      <a:lt2>
        <a:srgbClr val="0070C0"/>
      </a:lt2>
      <a:accent1>
        <a:srgbClr val="0C0C0C"/>
      </a:accent1>
      <a:accent2>
        <a:srgbClr val="002060"/>
      </a:accent2>
      <a:accent3>
        <a:srgbClr val="002060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Circuit">
      <a:majorFont>
        <a:latin typeface="Tw Cen MT"/>
        <a:ea typeface=""/>
        <a:cs typeface=""/>
      </a:majorFont>
      <a:minorFont>
        <a:latin typeface="Tw Cen MT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8000"/>
                <a:lumMod val="110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040000" scaled="0"/>
          <a:tileRect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100000">
              <a:schemeClr val="phClr">
                <a:shade val="74000"/>
                <a:lumMod val="100000"/>
              </a:schemeClr>
            </a:gs>
          </a:gsLst>
          <a:lin ang="5400000" scaled="0"/>
          <a:tileRect/>
        </a:gradFill>
      </a:fillStyleLst>
      <a:lnStyleLst>
        <a:ln w="9525" cap="flat" cmpd="sng" algn="ctr">
          <a:prstDash val="solid"/>
        </a:ln>
        <a:ln w="15875" cap="flat" cmpd="sng" algn="ctr">
          <a:prstDash val="solid"/>
        </a:ln>
        <a:ln w="22225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8000"/>
                <a:lumMod val="150000"/>
              </a:schemeClr>
            </a:gs>
            <a:gs pos="100000">
              <a:schemeClr val="phClr">
                <a:shade val="92000"/>
                <a:lumMod val="68000"/>
              </a:schemeClr>
            </a:gs>
          </a:gsLst>
          <a:lin ang="5040000" scaled="0"/>
          <a:tileRect/>
        </a:gradFill>
        <a:blipFill rotWithShape="0">
          <a:blip xmlns:r="http://schemas.openxmlformats.org/officeDocument/2006/relationships" r:embed="rId1"/>
          <a:srcRect/>
          <a:stretch>
            <a:fillRect/>
          </a:stretch>
        </a:blip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ircuit">
  <a:themeElements>
    <a:clrScheme name="Custom 3">
      <a:dk1>
        <a:srgbClr val="000000"/>
      </a:dk1>
      <a:lt1>
        <a:srgbClr val="FFFFFF"/>
      </a:lt1>
      <a:dk2>
        <a:srgbClr val="000000"/>
      </a:dk2>
      <a:lt2>
        <a:srgbClr val="0070C0"/>
      </a:lt2>
      <a:accent1>
        <a:srgbClr val="0C0C0C"/>
      </a:accent1>
      <a:accent2>
        <a:srgbClr val="002060"/>
      </a:accent2>
      <a:accent3>
        <a:srgbClr val="002060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Circuit">
      <a:majorFont>
        <a:latin typeface="Tw Cen MT"/>
        <a:ea typeface=""/>
        <a:cs typeface=""/>
      </a:majorFont>
      <a:minorFont>
        <a:latin typeface="Tw Cen MT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8000"/>
                <a:lumMod val="110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040000" scaled="0"/>
          <a:tileRect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100000">
              <a:schemeClr val="phClr">
                <a:shade val="74000"/>
                <a:lumMod val="100000"/>
              </a:schemeClr>
            </a:gs>
          </a:gsLst>
          <a:lin ang="5400000" scaled="0"/>
          <a:tileRect/>
        </a:gradFill>
      </a:fillStyleLst>
      <a:lnStyleLst>
        <a:ln w="9525" cap="flat" cmpd="sng" algn="ctr">
          <a:prstDash val="solid"/>
        </a:ln>
        <a:ln w="15875" cap="flat" cmpd="sng" algn="ctr">
          <a:prstDash val="solid"/>
        </a:ln>
        <a:ln w="22225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8000"/>
                <a:lumMod val="150000"/>
              </a:schemeClr>
            </a:gs>
            <a:gs pos="100000">
              <a:schemeClr val="phClr">
                <a:shade val="92000"/>
                <a:lumMod val="68000"/>
              </a:schemeClr>
            </a:gs>
          </a:gsLst>
          <a:lin ang="5040000" scaled="0"/>
          <a:tileRect/>
        </a:gradFill>
        <a:blipFill rotWithShape="0">
          <a:blip xmlns:r="http://schemas.openxmlformats.org/officeDocument/2006/relationships" r:embed="rId1"/>
          <a:srcRect/>
          <a:stretch>
            <a:fillRect/>
          </a:stretch>
        </a:blip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1_Circuit">
  <a:themeElements>
    <a:clrScheme name="Custom 3">
      <a:dk1>
        <a:srgbClr val="000000"/>
      </a:dk1>
      <a:lt1>
        <a:srgbClr val="FFFFFF"/>
      </a:lt1>
      <a:dk2>
        <a:srgbClr val="000000"/>
      </a:dk2>
      <a:lt2>
        <a:srgbClr val="0070C0"/>
      </a:lt2>
      <a:accent1>
        <a:srgbClr val="0C0C0C"/>
      </a:accent1>
      <a:accent2>
        <a:srgbClr val="002060"/>
      </a:accent2>
      <a:accent3>
        <a:srgbClr val="002060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Circuit">
      <a:majorFont>
        <a:latin typeface="Tw Cen MT"/>
        <a:ea typeface=""/>
        <a:cs typeface=""/>
      </a:majorFont>
      <a:minorFont>
        <a:latin typeface="Tw Cen MT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8000"/>
                <a:lumMod val="110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040000" scaled="0"/>
          <a:tileRect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100000">
              <a:schemeClr val="phClr">
                <a:shade val="74000"/>
                <a:lumMod val="100000"/>
              </a:schemeClr>
            </a:gs>
          </a:gsLst>
          <a:lin ang="5400000" scaled="0"/>
          <a:tileRect/>
        </a:gradFill>
      </a:fillStyleLst>
      <a:lnStyleLst>
        <a:ln w="9525" cap="flat" cmpd="sng" algn="ctr">
          <a:prstDash val="solid"/>
        </a:ln>
        <a:ln w="15875" cap="flat" cmpd="sng" algn="ctr">
          <a:prstDash val="solid"/>
        </a:ln>
        <a:ln w="22225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8000"/>
                <a:lumMod val="150000"/>
              </a:schemeClr>
            </a:gs>
            <a:gs pos="100000">
              <a:schemeClr val="phClr">
                <a:shade val="92000"/>
                <a:lumMod val="68000"/>
              </a:schemeClr>
            </a:gs>
          </a:gsLst>
          <a:lin ang="5040000" scaled="0"/>
          <a:tileRect/>
        </a:gradFill>
        <a:blipFill rotWithShape="0">
          <a:blip xmlns:r="http://schemas.openxmlformats.org/officeDocument/2006/relationships" r:embed="rId1"/>
          <a:srcRect/>
          <a:stretch>
            <a:fillRect/>
          </a:stretch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2830</TotalTime>
  <Words>73</Words>
  <Application>Microsoft Office PowerPoint</Application>
  <PresentationFormat>Widescreen</PresentationFormat>
  <Paragraphs>29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7</vt:i4>
      </vt:variant>
    </vt:vector>
  </HeadingPairs>
  <TitlesOfParts>
    <vt:vector size="16" baseType="lpstr">
      <vt:lpstr>Arial</vt:lpstr>
      <vt:lpstr>Symbol</vt:lpstr>
      <vt:lpstr>Times New Roman</vt:lpstr>
      <vt:lpstr>Tw Cen MT</vt:lpstr>
      <vt:lpstr>Wingdings</vt:lpstr>
      <vt:lpstr>Circuit</vt:lpstr>
      <vt:lpstr>Circuit</vt:lpstr>
      <vt:lpstr>Circuit</vt:lpstr>
      <vt:lpstr>1_Circuit</vt:lpstr>
      <vt:lpstr>MIIM Operation</vt:lpstr>
      <vt:lpstr>Scope &amp; Objective</vt:lpstr>
      <vt:lpstr>MIIM Verification</vt:lpstr>
      <vt:lpstr>TestbencH Architecture</vt:lpstr>
      <vt:lpstr>Test Suite Overview</vt:lpstr>
      <vt:lpstr>Functional Coverage Results</vt:lpstr>
      <vt:lpstr>RTL Bugs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Passant Kadry</dc:creator>
  <dc:description/>
  <cp:lastModifiedBy>Mohamed Salama</cp:lastModifiedBy>
  <cp:revision>71</cp:revision>
  <dcterms:created xsi:type="dcterms:W3CDTF">2024-11-05T21:37:31Z</dcterms:created>
  <dcterms:modified xsi:type="dcterms:W3CDTF">2026-08-09T00:11:14Z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Custom</vt:lpwstr>
  </property>
  <property fmtid="{D5CDD505-2E9C-101B-9397-08002B2CF9AE}" pid="3" name="Slides">
    <vt:i4>26</vt:i4>
  </property>
</Properties>
</file>