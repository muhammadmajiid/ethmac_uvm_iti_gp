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8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8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41560" y="1076760"/>
            <a:ext cx="9905400" cy="56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141560" y="2249640"/>
            <a:ext cx="2379960" cy="354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CADF05-9C12-4A62-B381-2111210DF6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6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107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108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5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136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400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9905400" cy="354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dt" idx="4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ftr" idx="5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sldNum" idx="6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C644B3B-670C-4F8D-AABF-7D7AD88729DA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1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2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153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154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1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182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141560" y="1419120"/>
            <a:ext cx="990540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1141560" y="4424400"/>
            <a:ext cx="9905400" cy="137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 cap="all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 cap="all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800" b="0" u="none" strike="noStrike" cap="all">
              <a:solidFill>
                <a:schemeClr val="dk1">
                  <a:tint val="75000"/>
                </a:schemeClr>
              </a:solidFill>
              <a:effectLst/>
              <a:uFillTx/>
              <a:latin typeface="Tw Cen MT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dt" idx="7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ftr" idx="8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sldNum" idx="9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4F3A7FC-2CDE-490F-AD06-4EE2F70E0995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8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199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200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7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228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9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400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4877640" cy="354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6172200" y="2249640"/>
            <a:ext cx="4874400" cy="354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dt" idx="10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 type="ftr" idx="11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PlaceHolder 6"/>
          <p:cNvSpPr>
            <a:spLocks noGrp="1"/>
          </p:cNvSpPr>
          <p:nvPr>
            <p:ph type="sldNum" idx="12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8FE2B01-0811-4E0C-9F13-6A5680AC369B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45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246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247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8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9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4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5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6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2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6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7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2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3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74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275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0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1141560" y="619200"/>
            <a:ext cx="9905400" cy="147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1370160" y="2249640"/>
            <a:ext cx="464904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1141560" y="3073320"/>
            <a:ext cx="4877640" cy="271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body"/>
          </p:nvPr>
        </p:nvSpPr>
        <p:spPr>
          <a:xfrm>
            <a:off x="6400800" y="2249640"/>
            <a:ext cx="46458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89" name="PlaceHolder 5"/>
          <p:cNvSpPr>
            <a:spLocks noGrp="1"/>
          </p:cNvSpPr>
          <p:nvPr>
            <p:ph type="body"/>
          </p:nvPr>
        </p:nvSpPr>
        <p:spPr>
          <a:xfrm>
            <a:off x="6172200" y="3073320"/>
            <a:ext cx="4874400" cy="271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90" name="PlaceHolder 6"/>
          <p:cNvSpPr>
            <a:spLocks noGrp="1"/>
          </p:cNvSpPr>
          <p:nvPr>
            <p:ph type="dt" idx="13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PlaceHolder 7"/>
          <p:cNvSpPr>
            <a:spLocks noGrp="1"/>
          </p:cNvSpPr>
          <p:nvPr>
            <p:ph type="ftr" idx="14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PlaceHolder 8"/>
          <p:cNvSpPr>
            <a:spLocks noGrp="1"/>
          </p:cNvSpPr>
          <p:nvPr>
            <p:ph type="sldNum" idx="15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EB61F06-BDD8-4EA0-82D2-0DEBD2391E73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4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295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296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7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8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9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23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324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5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9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0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400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dt" idx="16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ftr" idx="17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PlaceHolder 4"/>
          <p:cNvSpPr>
            <a:spLocks noGrp="1"/>
          </p:cNvSpPr>
          <p:nvPr>
            <p:ph type="sldNum" idx="18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438FA83-E0DF-413C-89E2-8D739E817EAB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39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340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341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3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6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9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0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1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2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3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5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6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68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369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5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7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79" name="PlaceHolder 1"/>
          <p:cNvSpPr>
            <a:spLocks noGrp="1"/>
          </p:cNvSpPr>
          <p:nvPr>
            <p:ph type="dt" idx="19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ftr" idx="20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21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9211019-3C45-4394-BDD7-C2BBE63B9200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83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384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385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8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4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5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7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8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9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0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1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2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8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9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0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1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12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413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4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5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6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7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8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9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0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1146600" y="609480"/>
            <a:ext cx="3855240" cy="163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2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5156280" y="592560"/>
            <a:ext cx="5890320" cy="519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body"/>
          </p:nvPr>
        </p:nvSpPr>
        <p:spPr>
          <a:xfrm>
            <a:off x="1146600" y="2249640"/>
            <a:ext cx="3855240" cy="354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26" name="PlaceHolder 4"/>
          <p:cNvSpPr>
            <a:spLocks noGrp="1"/>
          </p:cNvSpPr>
          <p:nvPr>
            <p:ph type="dt" idx="22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PlaceHolder 5"/>
          <p:cNvSpPr>
            <a:spLocks noGrp="1"/>
          </p:cNvSpPr>
          <p:nvPr>
            <p:ph type="ftr" idx="23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PlaceHolder 6"/>
          <p:cNvSpPr>
            <a:spLocks noGrp="1"/>
          </p:cNvSpPr>
          <p:nvPr>
            <p:ph type="sldNum" idx="24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B1E199D-37F6-4622-9263-A6A3F3799251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30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431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432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5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6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8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9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0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2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3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4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5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6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7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8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9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0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1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2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3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4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7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8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59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460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1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2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3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4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7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5933880" cy="163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2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7380720" y="609480"/>
            <a:ext cx="3665880" cy="518076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body"/>
          </p:nvPr>
        </p:nvSpPr>
        <p:spPr>
          <a:xfrm>
            <a:off x="1141560" y="2249640"/>
            <a:ext cx="5933880" cy="354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73" name="PlaceHolder 4"/>
          <p:cNvSpPr>
            <a:spLocks noGrp="1"/>
          </p:cNvSpPr>
          <p:nvPr>
            <p:ph type="dt" idx="25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PlaceHolder 5"/>
          <p:cNvSpPr>
            <a:spLocks noGrp="1"/>
          </p:cNvSpPr>
          <p:nvPr>
            <p:ph type="ftr" idx="26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6"/>
          <p:cNvSpPr>
            <a:spLocks noGrp="1"/>
          </p:cNvSpPr>
          <p:nvPr>
            <p:ph type="sldNum" idx="27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1920C89-7864-48CD-8E89-44E3D2910BC5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noramic 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77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478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479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2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3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4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8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9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0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1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2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8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9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0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1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2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3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5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06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507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8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9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4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5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6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1141560" y="4304520"/>
            <a:ext cx="9911520" cy="81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2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1141560" y="606600"/>
            <a:ext cx="9911520" cy="329904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body"/>
          </p:nvPr>
        </p:nvSpPr>
        <p:spPr>
          <a:xfrm>
            <a:off x="1141200" y="5123880"/>
            <a:ext cx="9910080" cy="68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20" name="PlaceHolder 4"/>
          <p:cNvSpPr>
            <a:spLocks noGrp="1"/>
          </p:cNvSpPr>
          <p:nvPr>
            <p:ph type="dt" idx="28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PlaceHolder 5"/>
          <p:cNvSpPr>
            <a:spLocks noGrp="1"/>
          </p:cNvSpPr>
          <p:nvPr>
            <p:ph type="ftr" idx="29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PlaceHolder 6"/>
          <p:cNvSpPr>
            <a:spLocks noGrp="1"/>
          </p:cNvSpPr>
          <p:nvPr>
            <p:ph type="sldNum" idx="30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F0D229C-B9FF-48B0-9A4E-B0DF4559F04C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24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525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526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7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8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2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3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4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5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6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7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8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9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0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1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2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4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5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6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7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53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554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5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1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400" cy="342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1141560" y="4419720"/>
            <a:ext cx="9903600" cy="137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dt" idx="31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PlaceHolder 4"/>
          <p:cNvSpPr>
            <a:spLocks noGrp="1"/>
          </p:cNvSpPr>
          <p:nvPr>
            <p:ph type="ftr" idx="32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PlaceHolder 5"/>
          <p:cNvSpPr>
            <a:spLocks noGrp="1"/>
          </p:cNvSpPr>
          <p:nvPr>
            <p:ph type="sldNum" idx="33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4FEE76D-57E8-45B4-93E5-F775D8001AC4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70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571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572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3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5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6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7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8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9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1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2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3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4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5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1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2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3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4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5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6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7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8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99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600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2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3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4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9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302040" cy="274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1720800" y="3365640"/>
            <a:ext cx="8751600" cy="54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body"/>
          </p:nvPr>
        </p:nvSpPr>
        <p:spPr>
          <a:xfrm>
            <a:off x="1141560" y="4309920"/>
            <a:ext cx="9905400" cy="148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13" name="PlaceHolder 4"/>
          <p:cNvSpPr>
            <a:spLocks noGrp="1"/>
          </p:cNvSpPr>
          <p:nvPr>
            <p:ph type="dt" idx="34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PlaceHolder 5"/>
          <p:cNvSpPr>
            <a:spLocks noGrp="1"/>
          </p:cNvSpPr>
          <p:nvPr>
            <p:ph type="ftr" idx="35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PlaceHolder 6"/>
          <p:cNvSpPr>
            <a:spLocks noGrp="1"/>
          </p:cNvSpPr>
          <p:nvPr>
            <p:ph type="sldNum" idx="36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111BFAF-8641-416C-91E4-6B57F5002063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TextBox 59"/>
          <p:cNvSpPr/>
          <p:nvPr/>
        </p:nvSpPr>
        <p:spPr>
          <a:xfrm>
            <a:off x="903600" y="73224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60"/>
          <p:cNvSpPr/>
          <p:nvPr/>
        </p:nvSpPr>
        <p:spPr>
          <a:xfrm>
            <a:off x="10537200" y="27648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19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620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621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2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3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4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5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6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8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9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0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1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2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3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4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5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6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9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0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2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3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4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5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6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7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48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649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0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1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2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3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4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5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6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1141560" y="2134080"/>
            <a:ext cx="9905400" cy="251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1141200" y="4657680"/>
            <a:ext cx="9903960" cy="113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dt" idx="37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PlaceHolder 4"/>
          <p:cNvSpPr>
            <a:spLocks noGrp="1"/>
          </p:cNvSpPr>
          <p:nvPr>
            <p:ph type="ftr" idx="38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PlaceHolder 5"/>
          <p:cNvSpPr>
            <a:spLocks noGrp="1"/>
          </p:cNvSpPr>
          <p:nvPr>
            <p:ph type="sldNum" idx="39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1FEC8C0-630C-410F-A843-2B78CBD4364D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65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666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667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8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9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0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1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2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3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4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5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9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0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1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2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3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5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6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7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9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0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1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2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3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94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695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9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0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2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3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4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05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400" cy="190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1141560" y="2674440"/>
            <a:ext cx="3196080" cy="68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 type="body"/>
          </p:nvPr>
        </p:nvSpPr>
        <p:spPr>
          <a:xfrm>
            <a:off x="1127880" y="3360240"/>
            <a:ext cx="3207960" cy="243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08" name="PlaceHolder 4"/>
          <p:cNvSpPr>
            <a:spLocks noGrp="1"/>
          </p:cNvSpPr>
          <p:nvPr>
            <p:ph type="body"/>
          </p:nvPr>
        </p:nvSpPr>
        <p:spPr>
          <a:xfrm>
            <a:off x="4514760" y="2677680"/>
            <a:ext cx="3183840" cy="68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09" name="PlaceHolder 5"/>
          <p:cNvSpPr>
            <a:spLocks noGrp="1"/>
          </p:cNvSpPr>
          <p:nvPr>
            <p:ph type="body"/>
          </p:nvPr>
        </p:nvSpPr>
        <p:spPr>
          <a:xfrm>
            <a:off x="4504320" y="3363480"/>
            <a:ext cx="3195000" cy="243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10" name="PlaceHolder 6"/>
          <p:cNvSpPr>
            <a:spLocks noGrp="1"/>
          </p:cNvSpPr>
          <p:nvPr>
            <p:ph type="body"/>
          </p:nvPr>
        </p:nvSpPr>
        <p:spPr>
          <a:xfrm>
            <a:off x="7852320" y="2674440"/>
            <a:ext cx="3194280" cy="68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11" name="PlaceHolder 7"/>
          <p:cNvSpPr>
            <a:spLocks noGrp="1"/>
          </p:cNvSpPr>
          <p:nvPr>
            <p:ph type="body"/>
          </p:nvPr>
        </p:nvSpPr>
        <p:spPr>
          <a:xfrm>
            <a:off x="7852320" y="3360240"/>
            <a:ext cx="3194280" cy="243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12" name="PlaceHolder 8"/>
          <p:cNvSpPr>
            <a:spLocks noGrp="1"/>
          </p:cNvSpPr>
          <p:nvPr>
            <p:ph type="dt" idx="40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PlaceHolder 9"/>
          <p:cNvSpPr>
            <a:spLocks noGrp="1"/>
          </p:cNvSpPr>
          <p:nvPr>
            <p:ph type="ftr" idx="41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PlaceHolder 10"/>
          <p:cNvSpPr>
            <a:spLocks noGrp="1"/>
          </p:cNvSpPr>
          <p:nvPr>
            <p:ph type="sldNum" idx="42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E877ACB-532E-4919-97C4-71E24B9A826F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Picture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16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717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718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9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0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1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2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3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5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6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7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2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3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4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6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7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8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9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0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1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2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3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4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45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746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8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9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0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1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2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3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4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56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400" cy="190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1141560" y="4404600"/>
            <a:ext cx="319464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body"/>
          </p:nvPr>
        </p:nvSpPr>
        <p:spPr>
          <a:xfrm>
            <a:off x="1141560" y="2666880"/>
            <a:ext cx="3194640" cy="152316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59" name="PlaceHolder 4"/>
          <p:cNvSpPr>
            <a:spLocks noGrp="1"/>
          </p:cNvSpPr>
          <p:nvPr>
            <p:ph type="body"/>
          </p:nvPr>
        </p:nvSpPr>
        <p:spPr>
          <a:xfrm>
            <a:off x="1141560" y="4980960"/>
            <a:ext cx="3194640" cy="81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60" name="PlaceHolder 5"/>
          <p:cNvSpPr>
            <a:spLocks noGrp="1"/>
          </p:cNvSpPr>
          <p:nvPr>
            <p:ph type="body"/>
          </p:nvPr>
        </p:nvSpPr>
        <p:spPr>
          <a:xfrm>
            <a:off x="4489200" y="4404600"/>
            <a:ext cx="31996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61" name="PlaceHolder 6"/>
          <p:cNvSpPr>
            <a:spLocks noGrp="1"/>
          </p:cNvSpPr>
          <p:nvPr>
            <p:ph type="body"/>
          </p:nvPr>
        </p:nvSpPr>
        <p:spPr>
          <a:xfrm>
            <a:off x="4489200" y="2666880"/>
            <a:ext cx="3198240" cy="152316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62" name="PlaceHolder 7"/>
          <p:cNvSpPr>
            <a:spLocks noGrp="1"/>
          </p:cNvSpPr>
          <p:nvPr>
            <p:ph type="body"/>
          </p:nvPr>
        </p:nvSpPr>
        <p:spPr>
          <a:xfrm>
            <a:off x="4487760" y="4980960"/>
            <a:ext cx="3199680" cy="80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63" name="PlaceHolder 8"/>
          <p:cNvSpPr>
            <a:spLocks noGrp="1"/>
          </p:cNvSpPr>
          <p:nvPr>
            <p:ph type="body"/>
          </p:nvPr>
        </p:nvSpPr>
        <p:spPr>
          <a:xfrm>
            <a:off x="7852680" y="4404600"/>
            <a:ext cx="318996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64" name="PlaceHolder 9"/>
          <p:cNvSpPr>
            <a:spLocks noGrp="1"/>
          </p:cNvSpPr>
          <p:nvPr>
            <p:ph type="body"/>
          </p:nvPr>
        </p:nvSpPr>
        <p:spPr>
          <a:xfrm>
            <a:off x="7852320" y="2666880"/>
            <a:ext cx="3194280" cy="152316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65" name="PlaceHolder 10"/>
          <p:cNvSpPr>
            <a:spLocks noGrp="1"/>
          </p:cNvSpPr>
          <p:nvPr>
            <p:ph type="body"/>
          </p:nvPr>
        </p:nvSpPr>
        <p:spPr>
          <a:xfrm>
            <a:off x="7852320" y="4980960"/>
            <a:ext cx="3194280" cy="80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66" name="PlaceHolder 11"/>
          <p:cNvSpPr>
            <a:spLocks noGrp="1"/>
          </p:cNvSpPr>
          <p:nvPr>
            <p:ph type="dt" idx="43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PlaceHolder 12"/>
          <p:cNvSpPr>
            <a:spLocks noGrp="1"/>
          </p:cNvSpPr>
          <p:nvPr>
            <p:ph type="ftr" idx="44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PlaceHolder 13"/>
          <p:cNvSpPr>
            <a:spLocks noGrp="1"/>
          </p:cNvSpPr>
          <p:nvPr>
            <p:ph type="sldNum" idx="45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48F4526-F30D-4081-BD3D-7B3F6717BA11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9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70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771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772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5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6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9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0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1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2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7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8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9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0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1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3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4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5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7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8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99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800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1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6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7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8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9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10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400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811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9905400" cy="354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dt" idx="46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PlaceHolder 4"/>
          <p:cNvSpPr>
            <a:spLocks noGrp="1"/>
          </p:cNvSpPr>
          <p:nvPr>
            <p:ph type="ftr" idx="47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PlaceHolder 5"/>
          <p:cNvSpPr>
            <a:spLocks noGrp="1"/>
          </p:cNvSpPr>
          <p:nvPr>
            <p:ph type="sldNum" idx="48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DF7C8E6-E060-4DC7-9097-D531AC077B5E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16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817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818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9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0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1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5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7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8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9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0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1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2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3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4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5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0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2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4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45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846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7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8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9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0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2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56" name="PlaceHolder 1"/>
          <p:cNvSpPr>
            <a:spLocks noGrp="1"/>
          </p:cNvSpPr>
          <p:nvPr>
            <p:ph type="title"/>
          </p:nvPr>
        </p:nvSpPr>
        <p:spPr>
          <a:xfrm>
            <a:off x="9042480" y="609480"/>
            <a:ext cx="2004120" cy="518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857" name="PlaceHolder 2"/>
          <p:cNvSpPr>
            <a:spLocks noGrp="1"/>
          </p:cNvSpPr>
          <p:nvPr>
            <p:ph type="body"/>
          </p:nvPr>
        </p:nvSpPr>
        <p:spPr>
          <a:xfrm>
            <a:off x="1141560" y="609480"/>
            <a:ext cx="7747920" cy="518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858" name="PlaceHolder 3"/>
          <p:cNvSpPr>
            <a:spLocks noGrp="1"/>
          </p:cNvSpPr>
          <p:nvPr>
            <p:ph type="dt" idx="49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PlaceHolder 4"/>
          <p:cNvSpPr>
            <a:spLocks noGrp="1"/>
          </p:cNvSpPr>
          <p:nvPr>
            <p:ph type="ftr" idx="50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PlaceHolder 5"/>
          <p:cNvSpPr>
            <a:spLocks noGrp="1"/>
          </p:cNvSpPr>
          <p:nvPr>
            <p:ph type="sldNum" idx="51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5A4F84-96C2-4F5A-8530-E0CA8DD1AA5D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62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863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864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6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8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9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0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1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4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5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6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7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8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0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1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3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4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7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8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9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0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91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892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3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4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5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6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0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1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02" name="PlaceHolder 1"/>
          <p:cNvSpPr>
            <a:spLocks noGrp="1"/>
          </p:cNvSpPr>
          <p:nvPr>
            <p:ph type="title"/>
          </p:nvPr>
        </p:nvSpPr>
        <p:spPr>
          <a:xfrm>
            <a:off x="1141560" y="1110240"/>
            <a:ext cx="9905400" cy="49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the title text format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03" name="PlaceHolder 2"/>
          <p:cNvSpPr>
            <a:spLocks noGrp="1"/>
          </p:cNvSpPr>
          <p:nvPr>
            <p:ph type="ftr" idx="52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PlaceHolder 3"/>
          <p:cNvSpPr>
            <a:spLocks noGrp="1"/>
          </p:cNvSpPr>
          <p:nvPr>
            <p:ph type="sldNum" idx="53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BB512E9-7364-4288-B2F9-A6D9CA46E892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PlaceHolder 4"/>
          <p:cNvSpPr>
            <a:spLocks noGrp="1"/>
          </p:cNvSpPr>
          <p:nvPr>
            <p:ph type="dt" idx="54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07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908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909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1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2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4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5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1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2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3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4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9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0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1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2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3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4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5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36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937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9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0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6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47" name="PlaceHolder 1"/>
          <p:cNvSpPr>
            <a:spLocks noGrp="1"/>
          </p:cNvSpPr>
          <p:nvPr>
            <p:ph type="title"/>
          </p:nvPr>
        </p:nvSpPr>
        <p:spPr>
          <a:xfrm>
            <a:off x="1141560" y="1110240"/>
            <a:ext cx="9905400" cy="49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the title text format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2379960" cy="354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  <a:lvl6pPr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6pPr>
            <a:lvl7pPr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7pPr>
          </a:lstStyle>
          <a:p>
            <a:pPr indent="-3240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highlight>
                <a:srgbClr val="EA7500"/>
              </a:highlight>
              <a:uFillTx/>
              <a:latin typeface="Tw Cen MT"/>
            </a:endParaRPr>
          </a:p>
          <a:p>
            <a:pPr marL="1728000" lvl="3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160000" lvl="4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592000" lvl="5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024000" lvl="6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49" name="PlaceHolder 3"/>
          <p:cNvSpPr>
            <a:spLocks noGrp="1"/>
          </p:cNvSpPr>
          <p:nvPr>
            <p:ph type="body"/>
          </p:nvPr>
        </p:nvSpPr>
        <p:spPr>
          <a:xfrm>
            <a:off x="3641400" y="2249640"/>
            <a:ext cx="2379960" cy="354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  <a:lvl6pPr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6pPr>
            <a:lvl7pPr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7pPr>
          </a:lstStyle>
          <a:p>
            <a:pPr indent="-3240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highlight>
                <a:srgbClr val="EA7500"/>
              </a:highlight>
              <a:uFillTx/>
              <a:latin typeface="Tw Cen MT"/>
            </a:endParaRPr>
          </a:p>
          <a:p>
            <a:pPr marL="1728000" lvl="3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160000" lvl="4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592000" lvl="5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024000" lvl="6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50" name="PlaceHolder 4"/>
          <p:cNvSpPr>
            <a:spLocks noGrp="1"/>
          </p:cNvSpPr>
          <p:nvPr>
            <p:ph type="ftr" idx="55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PlaceHolder 5"/>
          <p:cNvSpPr>
            <a:spLocks noGrp="1"/>
          </p:cNvSpPr>
          <p:nvPr>
            <p:ph type="sldNum" idx="56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2D04ABA-5FC3-469B-ACF5-BEE7D753D181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PlaceHolder 6"/>
          <p:cNvSpPr>
            <a:spLocks noGrp="1"/>
          </p:cNvSpPr>
          <p:nvPr>
            <p:ph type="dt" idx="57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54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955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909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1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2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4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5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1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2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3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4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9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0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1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2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3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4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5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57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937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9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0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6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58" name="PlaceHolder 1"/>
          <p:cNvSpPr>
            <a:spLocks noGrp="1"/>
          </p:cNvSpPr>
          <p:nvPr>
            <p:ph type="title"/>
          </p:nvPr>
        </p:nvSpPr>
        <p:spPr>
          <a:xfrm>
            <a:off x="1141560" y="1110240"/>
            <a:ext cx="9905400" cy="49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the title text format</a:t>
            </a: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2379960" cy="354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  <a:lvl6pPr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6pPr>
            <a:lvl7pPr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7pPr>
          </a:lstStyle>
          <a:p>
            <a:pPr indent="-3240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highlight>
                <a:srgbClr val="EA7500"/>
              </a:highlight>
              <a:uFillTx/>
              <a:latin typeface="Tw Cen MT"/>
            </a:endParaRPr>
          </a:p>
          <a:p>
            <a:pPr marL="1728000" lvl="3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160000" lvl="4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592000" lvl="5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024000" lvl="6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 type="body"/>
          </p:nvPr>
        </p:nvSpPr>
        <p:spPr>
          <a:xfrm>
            <a:off x="3641400" y="2249640"/>
            <a:ext cx="2379960" cy="354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  <a:lvl6pPr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6pPr>
            <a:lvl7pPr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7pPr>
          </a:lstStyle>
          <a:p>
            <a:pPr indent="-3240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highlight>
                <a:srgbClr val="EA7500"/>
              </a:highlight>
              <a:uFillTx/>
              <a:latin typeface="Tw Cen MT"/>
            </a:endParaRPr>
          </a:p>
          <a:p>
            <a:pPr marL="1728000" lvl="3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160000" lvl="4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592000" lvl="5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024000" lvl="6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61" name="PlaceHolder 4"/>
          <p:cNvSpPr>
            <a:spLocks noGrp="1"/>
          </p:cNvSpPr>
          <p:nvPr>
            <p:ph type="ftr" idx="58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PlaceHolder 5"/>
          <p:cNvSpPr>
            <a:spLocks noGrp="1"/>
          </p:cNvSpPr>
          <p:nvPr>
            <p:ph type="sldNum" idx="59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FE15D71-B2D9-496E-ABA2-37761EE4C4BE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PlaceHolder 6"/>
          <p:cNvSpPr>
            <a:spLocks noGrp="1"/>
          </p:cNvSpPr>
          <p:nvPr>
            <p:ph type="dt" idx="60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\\DROBO-FS\QuickDrops\JB\PPTX NG\Droplets\LightingOverlay.png" hidden="1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4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80640" tIns="45000" rIns="806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-44640" rIns="0" bIns="-44640" anchor="t" anchorCtr="1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61560" tIns="45000" rIns="615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3440" tIns="45000" rIns="7344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1280" tIns="45000" rIns="712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2480" tIns="45000" rIns="42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5960" tIns="45000" rIns="7596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2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33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8480" tIns="45000" rIns="7848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45000" rIns="1152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43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4" name="Group 10"/>
          <p:cNvGrpSpPr/>
          <p:nvPr/>
        </p:nvGrpSpPr>
        <p:grpSpPr>
          <a:xfrm>
            <a:off x="0" y="0"/>
            <a:ext cx="2304360" cy="6857280"/>
            <a:chOff x="0" y="0"/>
            <a:chExt cx="2304360" cy="6857280"/>
          </a:xfrm>
        </p:grpSpPr>
        <p:sp>
          <p:nvSpPr>
            <p:cNvPr id="45" name="Rectangle 5"/>
            <p:cNvSpPr/>
            <p:nvPr/>
          </p:nvSpPr>
          <p:spPr>
            <a:xfrm>
              <a:off x="1209600" y="4680"/>
              <a:ext cx="23040" cy="218052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1520" tIns="45000" rIns="1152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Freeform 6"/>
            <p:cNvSpPr/>
            <p:nvPr/>
          </p:nvSpPr>
          <p:spPr>
            <a:xfrm>
              <a:off x="1128600" y="217656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Freeform 7"/>
            <p:cNvSpPr/>
            <p:nvPr/>
          </p:nvSpPr>
          <p:spPr>
            <a:xfrm>
              <a:off x="1123920" y="402120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Rectangle 8"/>
            <p:cNvSpPr/>
            <p:nvPr/>
          </p:nvSpPr>
          <p:spPr>
            <a:xfrm>
              <a:off x="414360" y="9360"/>
              <a:ext cx="27720" cy="448092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040" tIns="45000" rIns="1404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Freeform 9"/>
            <p:cNvSpPr/>
            <p:nvPr/>
          </p:nvSpPr>
          <p:spPr>
            <a:xfrm>
              <a:off x="333360" y="44816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Freeform 10"/>
            <p:cNvSpPr/>
            <p:nvPr/>
          </p:nvSpPr>
          <p:spPr>
            <a:xfrm>
              <a:off x="190440" y="9360"/>
              <a:ext cx="151560" cy="907200"/>
            </a:xfrm>
            <a:custGeom>
              <a:avLst/>
              <a:gdLst>
                <a:gd name="textAreaLeft" fmla="*/ 0 w 151560"/>
                <a:gd name="textAreaRight" fmla="*/ 152280 w 151560"/>
                <a:gd name="textAreaTop" fmla="*/ 0 h 907200"/>
                <a:gd name="textAreaBottom" fmla="*/ 907920 h 90720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5960" tIns="45000" rIns="759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Freeform 11"/>
            <p:cNvSpPr/>
            <p:nvPr/>
          </p:nvSpPr>
          <p:spPr>
            <a:xfrm>
              <a:off x="1290600" y="14400"/>
              <a:ext cx="375480" cy="1801080"/>
            </a:xfrm>
            <a:custGeom>
              <a:avLst/>
              <a:gdLst>
                <a:gd name="textAreaLeft" fmla="*/ 0 w 375480"/>
                <a:gd name="textAreaRight" fmla="*/ 376200 w 375480"/>
                <a:gd name="textAreaTop" fmla="*/ 0 h 1801080"/>
                <a:gd name="textAreaBottom" fmla="*/ 1801800 h 1801080"/>
              </a:gdLst>
              <a:ahLst/>
              <a:cxn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Freeform 12"/>
            <p:cNvSpPr/>
            <p:nvPr/>
          </p:nvSpPr>
          <p:spPr>
            <a:xfrm>
              <a:off x="1600200" y="180180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Freeform 13"/>
            <p:cNvSpPr/>
            <p:nvPr/>
          </p:nvSpPr>
          <p:spPr>
            <a:xfrm>
              <a:off x="1380960" y="9360"/>
              <a:ext cx="370800" cy="1424880"/>
            </a:xfrm>
            <a:custGeom>
              <a:avLst/>
              <a:gdLst>
                <a:gd name="textAreaLeft" fmla="*/ 0 w 370800"/>
                <a:gd name="textAreaRight" fmla="*/ 371520 w 370800"/>
                <a:gd name="textAreaTop" fmla="*/ 0 h 1424880"/>
                <a:gd name="textAreaBottom" fmla="*/ 1425600 h 142488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Freeform 14"/>
            <p:cNvSpPr/>
            <p:nvPr/>
          </p:nvSpPr>
          <p:spPr>
            <a:xfrm>
              <a:off x="1643040" y="0"/>
              <a:ext cx="151560" cy="912240"/>
            </a:xfrm>
            <a:custGeom>
              <a:avLst/>
              <a:gdLst>
                <a:gd name="textAreaLeft" fmla="*/ 0 w 151560"/>
                <a:gd name="textAreaRight" fmla="*/ 152280 w 151560"/>
                <a:gd name="textAreaTop" fmla="*/ 0 h 912240"/>
                <a:gd name="textAreaBottom" fmla="*/ 912960 h 91224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5960" tIns="45000" rIns="759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Freeform 15"/>
            <p:cNvSpPr/>
            <p:nvPr/>
          </p:nvSpPr>
          <p:spPr>
            <a:xfrm>
              <a:off x="1685880" y="142092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Freeform 16"/>
            <p:cNvSpPr/>
            <p:nvPr/>
          </p:nvSpPr>
          <p:spPr>
            <a:xfrm>
              <a:off x="1685880" y="9032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Freeform 17"/>
            <p:cNvSpPr/>
            <p:nvPr/>
          </p:nvSpPr>
          <p:spPr>
            <a:xfrm>
              <a:off x="1743120" y="4680"/>
              <a:ext cx="418320" cy="521640"/>
            </a:xfrm>
            <a:custGeom>
              <a:avLst/>
              <a:gdLst>
                <a:gd name="textAreaLeft" fmla="*/ 0 w 418320"/>
                <a:gd name="textAreaRight" fmla="*/ 419040 w 418320"/>
                <a:gd name="textAreaTop" fmla="*/ 0 h 521640"/>
                <a:gd name="textAreaBottom" fmla="*/ 522360 h 521640"/>
              </a:gdLst>
              <a:ahLst/>
              <a:cxn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Freeform 18"/>
            <p:cNvSpPr/>
            <p:nvPr/>
          </p:nvSpPr>
          <p:spPr>
            <a:xfrm>
              <a:off x="2119320" y="488880"/>
              <a:ext cx="161280" cy="14688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6880"/>
                <a:gd name="textAreaBottom" fmla="*/ 147600 h 146880"/>
              </a:gdLst>
              <a:ahLst/>
              <a:cxn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Freeform 19"/>
            <p:cNvSpPr/>
            <p:nvPr/>
          </p:nvSpPr>
          <p:spPr>
            <a:xfrm>
              <a:off x="952560" y="4680"/>
              <a:ext cx="151560" cy="907200"/>
            </a:xfrm>
            <a:custGeom>
              <a:avLst/>
              <a:gdLst>
                <a:gd name="textAreaLeft" fmla="*/ 0 w 151560"/>
                <a:gd name="textAreaRight" fmla="*/ 152280 w 151560"/>
                <a:gd name="textAreaTop" fmla="*/ 0 h 907200"/>
                <a:gd name="textAreaBottom" fmla="*/ 907920 h 90720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5960" tIns="45000" rIns="759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Freeform 20"/>
            <p:cNvSpPr/>
            <p:nvPr/>
          </p:nvSpPr>
          <p:spPr>
            <a:xfrm>
              <a:off x="866880" y="9032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eform 21"/>
            <p:cNvSpPr/>
            <p:nvPr/>
          </p:nvSpPr>
          <p:spPr>
            <a:xfrm>
              <a:off x="890640" y="155412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eform 22"/>
            <p:cNvSpPr/>
            <p:nvPr/>
          </p:nvSpPr>
          <p:spPr>
            <a:xfrm>
              <a:off x="738360" y="5622840"/>
              <a:ext cx="337320" cy="1215360"/>
            </a:xfrm>
            <a:custGeom>
              <a:avLst/>
              <a:gdLst>
                <a:gd name="textAreaLeft" fmla="*/ 0 w 337320"/>
                <a:gd name="textAreaRight" fmla="*/ 338040 w 337320"/>
                <a:gd name="textAreaTop" fmla="*/ 0 h 1215360"/>
                <a:gd name="textAreaBottom" fmla="*/ 1216080 h 1215360"/>
              </a:gdLst>
              <a:ahLst/>
              <a:cxn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Freeform 23"/>
            <p:cNvSpPr/>
            <p:nvPr/>
          </p:nvSpPr>
          <p:spPr>
            <a:xfrm>
              <a:off x="647640" y="5479920"/>
              <a:ext cx="156600" cy="156600"/>
            </a:xfrm>
            <a:custGeom>
              <a:avLst/>
              <a:gdLst>
                <a:gd name="textAreaLeft" fmla="*/ 0 w 156600"/>
                <a:gd name="textAreaRight" fmla="*/ 157320 w 156600"/>
                <a:gd name="textAreaTop" fmla="*/ 0 h 156600"/>
                <a:gd name="textAreaBottom" fmla="*/ 157320 h 15660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8480" tIns="45000" rIns="784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Freeform 24"/>
            <p:cNvSpPr/>
            <p:nvPr/>
          </p:nvSpPr>
          <p:spPr>
            <a:xfrm>
              <a:off x="66600" y="9032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Freeform 25"/>
            <p:cNvSpPr/>
            <p:nvPr/>
          </p:nvSpPr>
          <p:spPr>
            <a:xfrm>
              <a:off x="0" y="3897360"/>
              <a:ext cx="132480" cy="266040"/>
            </a:xfrm>
            <a:custGeom>
              <a:avLst/>
              <a:gdLst>
                <a:gd name="textAreaLeft" fmla="*/ 0 w 132480"/>
                <a:gd name="textAreaRight" fmla="*/ 133200 w 132480"/>
                <a:gd name="textAreaTop" fmla="*/ 0 h 266040"/>
                <a:gd name="textAreaBottom" fmla="*/ 266760 h 266040"/>
              </a:gdLst>
              <a:ahLst/>
              <a:cxn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Freeform 26"/>
            <p:cNvSpPr/>
            <p:nvPr/>
          </p:nvSpPr>
          <p:spPr>
            <a:xfrm>
              <a:off x="66600" y="414972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Freeform 27"/>
            <p:cNvSpPr/>
            <p:nvPr/>
          </p:nvSpPr>
          <p:spPr>
            <a:xfrm>
              <a:off x="0" y="1644480"/>
              <a:ext cx="132480" cy="269280"/>
            </a:xfrm>
            <a:custGeom>
              <a:avLst/>
              <a:gdLst>
                <a:gd name="textAreaLeft" fmla="*/ 0 w 132480"/>
                <a:gd name="textAreaRight" fmla="*/ 133200 w 132480"/>
                <a:gd name="textAreaTop" fmla="*/ 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Freeform 28"/>
            <p:cNvSpPr/>
            <p:nvPr/>
          </p:nvSpPr>
          <p:spPr>
            <a:xfrm>
              <a:off x="66600" y="14684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Freeform 29"/>
            <p:cNvSpPr/>
            <p:nvPr/>
          </p:nvSpPr>
          <p:spPr>
            <a:xfrm>
              <a:off x="695160" y="4680"/>
              <a:ext cx="308880" cy="1558080"/>
            </a:xfrm>
            <a:custGeom>
              <a:avLst/>
              <a:gdLst>
                <a:gd name="textAreaLeft" fmla="*/ 0 w 308880"/>
                <a:gd name="textAreaRight" fmla="*/ 309600 w 308880"/>
                <a:gd name="textAreaTop" fmla="*/ 0 h 1558080"/>
                <a:gd name="textAreaBottom" fmla="*/ 1558800 h 1558080"/>
              </a:gdLst>
              <a:ahLst/>
              <a:cxn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Freeform 30"/>
            <p:cNvSpPr/>
            <p:nvPr/>
          </p:nvSpPr>
          <p:spPr>
            <a:xfrm>
              <a:off x="57240" y="488160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eform 31"/>
            <p:cNvSpPr/>
            <p:nvPr/>
          </p:nvSpPr>
          <p:spPr>
            <a:xfrm>
              <a:off x="138240" y="5060880"/>
              <a:ext cx="304200" cy="1777320"/>
            </a:xfrm>
            <a:custGeom>
              <a:avLst/>
              <a:gdLst>
                <a:gd name="textAreaLeft" fmla="*/ 0 w 304200"/>
                <a:gd name="textAreaRight" fmla="*/ 304920 w 304200"/>
                <a:gd name="textAreaTop" fmla="*/ 0 h 1777320"/>
                <a:gd name="textAreaBottom" fmla="*/ 1778040 h 1777320"/>
              </a:gdLst>
              <a:ahLst/>
              <a:cxn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eform 32"/>
            <p:cNvSpPr/>
            <p:nvPr/>
          </p:nvSpPr>
          <p:spPr>
            <a:xfrm>
              <a:off x="561960" y="643104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33"/>
            <p:cNvSpPr/>
            <p:nvPr/>
          </p:nvSpPr>
          <p:spPr>
            <a:xfrm>
              <a:off x="642960" y="6610320"/>
              <a:ext cx="23040" cy="2422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1520" tIns="45000" rIns="1152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Freeform 34"/>
            <p:cNvSpPr/>
            <p:nvPr/>
          </p:nvSpPr>
          <p:spPr>
            <a:xfrm>
              <a:off x="76320" y="643104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Freeform 35"/>
            <p:cNvSpPr/>
            <p:nvPr/>
          </p:nvSpPr>
          <p:spPr>
            <a:xfrm>
              <a:off x="0" y="5978520"/>
              <a:ext cx="189720" cy="46116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461160"/>
                <a:gd name="textAreaBottom" fmla="*/ 461880 h 461160"/>
              </a:gdLst>
              <a:ahLst/>
              <a:cxn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Freeform 36"/>
            <p:cNvSpPr/>
            <p:nvPr/>
          </p:nvSpPr>
          <p:spPr>
            <a:xfrm>
              <a:off x="1014480" y="1801800"/>
              <a:ext cx="213480" cy="754920"/>
            </a:xfrm>
            <a:custGeom>
              <a:avLst/>
              <a:gdLst>
                <a:gd name="textAreaLeft" fmla="*/ 0 w 213480"/>
                <a:gd name="textAreaRight" fmla="*/ 214200 w 213480"/>
                <a:gd name="textAreaTop" fmla="*/ 0 h 754920"/>
                <a:gd name="textAreaBottom" fmla="*/ 755640 h 754920"/>
              </a:gdLst>
              <a:ahLst/>
              <a:cxn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Freeform 37"/>
            <p:cNvSpPr/>
            <p:nvPr/>
          </p:nvSpPr>
          <p:spPr>
            <a:xfrm>
              <a:off x="938160" y="2548080"/>
              <a:ext cx="165960" cy="159480"/>
            </a:xfrm>
            <a:custGeom>
              <a:avLst/>
              <a:gdLst>
                <a:gd name="textAreaLeft" fmla="*/ 0 w 165960"/>
                <a:gd name="textAreaRight" fmla="*/ 166680 w 165960"/>
                <a:gd name="textAreaTop" fmla="*/ 0 h 159480"/>
                <a:gd name="textAreaBottom" fmla="*/ 160200 h 159480"/>
              </a:gdLst>
              <a:ahLst/>
              <a:cxn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3160" tIns="45000" rIns="831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Freeform 38"/>
            <p:cNvSpPr/>
            <p:nvPr/>
          </p:nvSpPr>
          <p:spPr>
            <a:xfrm>
              <a:off x="595440" y="4680"/>
              <a:ext cx="637560" cy="4025160"/>
            </a:xfrm>
            <a:custGeom>
              <a:avLst/>
              <a:gdLst>
                <a:gd name="textAreaLeft" fmla="*/ 0 w 637560"/>
                <a:gd name="textAreaRight" fmla="*/ 638280 w 637560"/>
                <a:gd name="textAreaTop" fmla="*/ 0 h 4025160"/>
                <a:gd name="textAreaBottom" fmla="*/ 4025880 h 4025160"/>
              </a:gdLst>
              <a:ahLst/>
              <a:cxn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Freeform 39"/>
            <p:cNvSpPr/>
            <p:nvPr/>
          </p:nvSpPr>
          <p:spPr>
            <a:xfrm>
              <a:off x="1224000" y="1382760"/>
              <a:ext cx="142200" cy="47556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475560"/>
                <a:gd name="textAreaBottom" fmla="*/ 476280 h 475560"/>
              </a:gdLst>
              <a:ahLst/>
              <a:cxn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1280" tIns="45000" rIns="712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Freeform 40"/>
            <p:cNvSpPr/>
            <p:nvPr/>
          </p:nvSpPr>
          <p:spPr>
            <a:xfrm>
              <a:off x="1300320" y="1849320"/>
              <a:ext cx="108720" cy="107280"/>
            </a:xfrm>
            <a:custGeom>
              <a:avLst/>
              <a:gdLst>
                <a:gd name="textAreaLeft" fmla="*/ 0 w 108720"/>
                <a:gd name="textAreaRight" fmla="*/ 109440 w 108720"/>
                <a:gd name="textAreaTop" fmla="*/ 0 h 107280"/>
                <a:gd name="textAreaBottom" fmla="*/ 108000 h 1072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4360" tIns="45000" rIns="543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Freeform 41"/>
            <p:cNvSpPr/>
            <p:nvPr/>
          </p:nvSpPr>
          <p:spPr>
            <a:xfrm>
              <a:off x="281160" y="3417840"/>
              <a:ext cx="142200" cy="4741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474120"/>
                <a:gd name="textAreaBottom" fmla="*/ 474840 h 474120"/>
              </a:gdLst>
              <a:ahLst/>
              <a:cxn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1280" tIns="45000" rIns="712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Freeform 42"/>
            <p:cNvSpPr/>
            <p:nvPr/>
          </p:nvSpPr>
          <p:spPr>
            <a:xfrm>
              <a:off x="237960" y="3882960"/>
              <a:ext cx="108720" cy="108720"/>
            </a:xfrm>
            <a:custGeom>
              <a:avLst/>
              <a:gdLst>
                <a:gd name="textAreaLeft" fmla="*/ 0 w 108720"/>
                <a:gd name="textAreaRight" fmla="*/ 109440 w 108720"/>
                <a:gd name="textAreaTop" fmla="*/ 0 h 108720"/>
                <a:gd name="textAreaBottom" fmla="*/ 109440 h 10872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4360" tIns="45000" rIns="543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Freeform 43"/>
            <p:cNvSpPr/>
            <p:nvPr/>
          </p:nvSpPr>
          <p:spPr>
            <a:xfrm>
              <a:off x="4680" y="2166840"/>
              <a:ext cx="113760" cy="451800"/>
            </a:xfrm>
            <a:custGeom>
              <a:avLst/>
              <a:gdLst>
                <a:gd name="textAreaLeft" fmla="*/ 0 w 113760"/>
                <a:gd name="textAreaRight" fmla="*/ 114480 w 113760"/>
                <a:gd name="textAreaTop" fmla="*/ 0 h 451800"/>
                <a:gd name="textAreaBottom" fmla="*/ 452520 h 451800"/>
              </a:gdLst>
              <a:ahLst/>
              <a:cxn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6880" tIns="45000" rIns="568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Freeform 44"/>
            <p:cNvSpPr/>
            <p:nvPr/>
          </p:nvSpPr>
          <p:spPr>
            <a:xfrm>
              <a:off x="52560" y="2066760"/>
              <a:ext cx="108720" cy="108720"/>
            </a:xfrm>
            <a:custGeom>
              <a:avLst/>
              <a:gdLst>
                <a:gd name="textAreaLeft" fmla="*/ 0 w 108720"/>
                <a:gd name="textAreaRight" fmla="*/ 109440 w 108720"/>
                <a:gd name="textAreaTop" fmla="*/ 0 h 108720"/>
                <a:gd name="textAreaBottom" fmla="*/ 109440 h 10872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4360" tIns="45000" rIns="543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Rectangle 45"/>
            <p:cNvSpPr/>
            <p:nvPr/>
          </p:nvSpPr>
          <p:spPr>
            <a:xfrm>
              <a:off x="1228680" y="4662360"/>
              <a:ext cx="23040" cy="218052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1520" tIns="45000" rIns="1152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Freeform 46"/>
            <p:cNvSpPr/>
            <p:nvPr/>
          </p:nvSpPr>
          <p:spPr>
            <a:xfrm>
              <a:off x="1319040" y="5041800"/>
              <a:ext cx="370800" cy="1801080"/>
            </a:xfrm>
            <a:custGeom>
              <a:avLst/>
              <a:gdLst>
                <a:gd name="textAreaLeft" fmla="*/ 0 w 370800"/>
                <a:gd name="textAreaRight" fmla="*/ 371520 w 370800"/>
                <a:gd name="textAreaTop" fmla="*/ 0 h 1801080"/>
                <a:gd name="textAreaBottom" fmla="*/ 1801800 h 1801080"/>
              </a:gdLst>
              <a:ahLst/>
              <a:cxn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Freeform 47"/>
            <p:cNvSpPr/>
            <p:nvPr/>
          </p:nvSpPr>
          <p:spPr>
            <a:xfrm>
              <a:off x="1147680" y="44816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eform 48"/>
            <p:cNvSpPr/>
            <p:nvPr/>
          </p:nvSpPr>
          <p:spPr>
            <a:xfrm>
              <a:off x="819000" y="3983040"/>
              <a:ext cx="347040" cy="2859840"/>
            </a:xfrm>
            <a:custGeom>
              <a:avLst/>
              <a:gdLst>
                <a:gd name="textAreaLeft" fmla="*/ 0 w 347040"/>
                <a:gd name="textAreaRight" fmla="*/ 347760 w 347040"/>
                <a:gd name="textAreaTop" fmla="*/ 0 h 2859840"/>
                <a:gd name="textAreaBottom" fmla="*/ 2860560 h 2859840"/>
              </a:gdLst>
              <a:ahLst/>
              <a:cxn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eform 49"/>
            <p:cNvSpPr/>
            <p:nvPr/>
          </p:nvSpPr>
          <p:spPr>
            <a:xfrm>
              <a:off x="728640" y="380700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eform 50"/>
            <p:cNvSpPr/>
            <p:nvPr/>
          </p:nvSpPr>
          <p:spPr>
            <a:xfrm>
              <a:off x="1623960" y="486720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Freeform 51"/>
            <p:cNvSpPr/>
            <p:nvPr/>
          </p:nvSpPr>
          <p:spPr>
            <a:xfrm>
              <a:off x="1405080" y="5423040"/>
              <a:ext cx="370800" cy="1424880"/>
            </a:xfrm>
            <a:custGeom>
              <a:avLst/>
              <a:gdLst>
                <a:gd name="textAreaLeft" fmla="*/ 0 w 370800"/>
                <a:gd name="textAreaRight" fmla="*/ 371520 w 370800"/>
                <a:gd name="textAreaTop" fmla="*/ 0 h 1424880"/>
                <a:gd name="textAreaBottom" fmla="*/ 1425600 h 142488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Freeform 52"/>
            <p:cNvSpPr/>
            <p:nvPr/>
          </p:nvSpPr>
          <p:spPr>
            <a:xfrm>
              <a:off x="1666800" y="5945040"/>
              <a:ext cx="151560" cy="912240"/>
            </a:xfrm>
            <a:custGeom>
              <a:avLst/>
              <a:gdLst>
                <a:gd name="textAreaLeft" fmla="*/ 0 w 151560"/>
                <a:gd name="textAreaRight" fmla="*/ 152280 w 151560"/>
                <a:gd name="textAreaTop" fmla="*/ 0 h 912240"/>
                <a:gd name="textAreaBottom" fmla="*/ 912960 h 91224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5960" tIns="45000" rIns="759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Freeform 53"/>
            <p:cNvSpPr/>
            <p:nvPr/>
          </p:nvSpPr>
          <p:spPr>
            <a:xfrm>
              <a:off x="1709640" y="52466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Freeform 54"/>
            <p:cNvSpPr/>
            <p:nvPr/>
          </p:nvSpPr>
          <p:spPr>
            <a:xfrm>
              <a:off x="1709640" y="576432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Freeform 55"/>
            <p:cNvSpPr/>
            <p:nvPr/>
          </p:nvSpPr>
          <p:spPr>
            <a:xfrm>
              <a:off x="1766880" y="6330960"/>
              <a:ext cx="418320" cy="526320"/>
            </a:xfrm>
            <a:custGeom>
              <a:avLst/>
              <a:gdLst>
                <a:gd name="textAreaLeft" fmla="*/ 0 w 418320"/>
                <a:gd name="textAreaRight" fmla="*/ 419040 w 418320"/>
                <a:gd name="textAreaTop" fmla="*/ 0 h 526320"/>
                <a:gd name="textAreaBottom" fmla="*/ 527040 h 526320"/>
              </a:gdLst>
              <a:ahLst/>
              <a:cxn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Freeform 56"/>
            <p:cNvSpPr/>
            <p:nvPr/>
          </p:nvSpPr>
          <p:spPr>
            <a:xfrm>
              <a:off x="2147760" y="6221520"/>
              <a:ext cx="156600" cy="146880"/>
            </a:xfrm>
            <a:custGeom>
              <a:avLst/>
              <a:gdLst>
                <a:gd name="textAreaLeft" fmla="*/ 0 w 156600"/>
                <a:gd name="textAreaRight" fmla="*/ 157320 w 156600"/>
                <a:gd name="textAreaTop" fmla="*/ 0 h 146880"/>
                <a:gd name="textAreaBottom" fmla="*/ 147600 h 146880"/>
              </a:gdLst>
              <a:ahLst/>
              <a:cxn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8480" tIns="45000" rIns="784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Freeform 57"/>
            <p:cNvSpPr/>
            <p:nvPr/>
          </p:nvSpPr>
          <p:spPr>
            <a:xfrm>
              <a:off x="504720" y="9360"/>
              <a:ext cx="232560" cy="5103000"/>
            </a:xfrm>
            <a:custGeom>
              <a:avLst/>
              <a:gdLst>
                <a:gd name="textAreaLeft" fmla="*/ 0 w 232560"/>
                <a:gd name="textAreaRight" fmla="*/ 233280 w 232560"/>
                <a:gd name="textAreaTop" fmla="*/ 0 h 5103000"/>
                <a:gd name="textAreaBottom" fmla="*/ 5103720 h 5103000"/>
              </a:gdLst>
              <a:ahLst/>
              <a:cxn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Freeform 58"/>
            <p:cNvSpPr/>
            <p:nvPr/>
          </p:nvSpPr>
          <p:spPr>
            <a:xfrm>
              <a:off x="633240" y="5103720"/>
              <a:ext cx="185040" cy="185040"/>
            </a:xfrm>
            <a:custGeom>
              <a:avLst/>
              <a:gdLst>
                <a:gd name="textAreaLeft" fmla="*/ 0 w 185040"/>
                <a:gd name="textAreaRight" fmla="*/ 185760 w 185040"/>
                <a:gd name="textAreaTop" fmla="*/ 0 h 185040"/>
                <a:gd name="textAreaBottom" fmla="*/ 185760 h 185040"/>
              </a:gdLst>
              <a:ahLst/>
              <a:cxn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41560" y="698760"/>
            <a:ext cx="9905400" cy="131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8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8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the title text format</a:t>
            </a:r>
            <a:endParaRPr lang="en-US" sz="48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ftr" idx="1"/>
          </p:nvPr>
        </p:nvSpPr>
        <p:spPr>
          <a:xfrm>
            <a:off x="1876320" y="5410080"/>
            <a:ext cx="51242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2"/>
          </p:nvPr>
        </p:nvSpPr>
        <p:spPr>
          <a:xfrm>
            <a:off x="9896760" y="541008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D74109F-15F8-49B4-933B-D27464AD25E0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8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dt" idx="3"/>
          </p:nvPr>
        </p:nvSpPr>
        <p:spPr>
          <a:xfrm>
            <a:off x="7077600" y="541008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  <p:sldLayoutId id="2147483669" r:id="rId3"/>
    <p:sldLayoutId id="214748367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EAF1FF"/>
            </a:gs>
            <a:gs pos="50000">
              <a:srgbClr val="4583FF"/>
            </a:gs>
            <a:gs pos="66000">
              <a:srgbClr val="0036A2">
                <a:alpha val="0"/>
              </a:srgbClr>
            </a:gs>
            <a:gs pos="100000">
              <a:srgbClr val="83AC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65" name="Group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304360" cy="6857280"/>
            <a:chOff x="0" y="0"/>
            <a:chExt cx="2304360" cy="6857280"/>
          </a:xfrm>
        </p:grpSpPr>
        <p:sp>
          <p:nvSpPr>
            <p:cNvPr id="966" name="Rectangle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09600" y="4680"/>
              <a:ext cx="23040" cy="218052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1520" tIns="45000" rIns="1152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67" name="Freeform 1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8600" y="217656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68" name="Freeform 1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3920" y="402120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69" name="Rectangle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4360" y="9360"/>
              <a:ext cx="27720" cy="448092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040" tIns="45000" rIns="1404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70" name="Freeform 1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3360" y="44816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71" name="Freeform 1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0440" y="9360"/>
              <a:ext cx="151560" cy="907200"/>
            </a:xfrm>
            <a:custGeom>
              <a:avLst/>
              <a:gdLst>
                <a:gd name="textAreaLeft" fmla="*/ 0 w 151560"/>
                <a:gd name="textAreaRight" fmla="*/ 152280 w 151560"/>
                <a:gd name="textAreaTop" fmla="*/ 0 h 907200"/>
                <a:gd name="textAreaBottom" fmla="*/ 907920 h 90720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5960" tIns="45000" rIns="759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72" name="Freeform 1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90600" y="14400"/>
              <a:ext cx="375480" cy="1801080"/>
            </a:xfrm>
            <a:custGeom>
              <a:avLst/>
              <a:gdLst>
                <a:gd name="textAreaLeft" fmla="*/ 0 w 375480"/>
                <a:gd name="textAreaRight" fmla="*/ 376200 w 375480"/>
                <a:gd name="textAreaTop" fmla="*/ 0 h 1801080"/>
                <a:gd name="textAreaBottom" fmla="*/ 1801800 h 1801080"/>
              </a:gdLst>
              <a:ahLst/>
              <a:cxn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73" name="Freeform 1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00200" y="180180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74" name="Freeform 1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80960" y="9360"/>
              <a:ext cx="370800" cy="1424880"/>
            </a:xfrm>
            <a:custGeom>
              <a:avLst/>
              <a:gdLst>
                <a:gd name="textAreaLeft" fmla="*/ 0 w 370800"/>
                <a:gd name="textAreaRight" fmla="*/ 371520 w 370800"/>
                <a:gd name="textAreaTop" fmla="*/ 0 h 1424880"/>
                <a:gd name="textAreaBottom" fmla="*/ 1425600 h 142488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75" name="Freeform 1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43040" y="0"/>
              <a:ext cx="151560" cy="912240"/>
            </a:xfrm>
            <a:custGeom>
              <a:avLst/>
              <a:gdLst>
                <a:gd name="textAreaLeft" fmla="*/ 0 w 151560"/>
                <a:gd name="textAreaRight" fmla="*/ 152280 w 151560"/>
                <a:gd name="textAreaTop" fmla="*/ 0 h 912240"/>
                <a:gd name="textAreaBottom" fmla="*/ 912960 h 91224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5960" tIns="45000" rIns="759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76" name="Freeform 1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85880" y="142092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77" name="Freeform 1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85880" y="9032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78" name="Freeform 1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43120" y="4680"/>
              <a:ext cx="418320" cy="521640"/>
            </a:xfrm>
            <a:custGeom>
              <a:avLst/>
              <a:gdLst>
                <a:gd name="textAreaLeft" fmla="*/ 0 w 418320"/>
                <a:gd name="textAreaRight" fmla="*/ 419040 w 418320"/>
                <a:gd name="textAreaTop" fmla="*/ 0 h 521640"/>
                <a:gd name="textAreaBottom" fmla="*/ 522360 h 521640"/>
              </a:gdLst>
              <a:ahLst/>
              <a:cxn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79" name="Freeform 1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19320" y="488880"/>
              <a:ext cx="161280" cy="14688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6880"/>
                <a:gd name="textAreaBottom" fmla="*/ 147600 h 146880"/>
              </a:gdLst>
              <a:ahLst/>
              <a:cxn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80" name="Freeform 1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52560" y="4680"/>
              <a:ext cx="151560" cy="907200"/>
            </a:xfrm>
            <a:custGeom>
              <a:avLst/>
              <a:gdLst>
                <a:gd name="textAreaLeft" fmla="*/ 0 w 151560"/>
                <a:gd name="textAreaRight" fmla="*/ 152280 w 151560"/>
                <a:gd name="textAreaTop" fmla="*/ 0 h 907200"/>
                <a:gd name="textAreaBottom" fmla="*/ 907920 h 90720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5960" tIns="45000" rIns="759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81" name="Freeform 1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66880" y="9032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82" name="Freeform 1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0640" y="155412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83" name="Freeform 1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8360" y="5622840"/>
              <a:ext cx="337320" cy="1215360"/>
            </a:xfrm>
            <a:custGeom>
              <a:avLst/>
              <a:gdLst>
                <a:gd name="textAreaLeft" fmla="*/ 0 w 337320"/>
                <a:gd name="textAreaRight" fmla="*/ 338040 w 337320"/>
                <a:gd name="textAreaTop" fmla="*/ 0 h 1215360"/>
                <a:gd name="textAreaBottom" fmla="*/ 1216080 h 1215360"/>
              </a:gdLst>
              <a:ahLst/>
              <a:cxn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84" name="Freeform 1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7640" y="5479920"/>
              <a:ext cx="156600" cy="156600"/>
            </a:xfrm>
            <a:custGeom>
              <a:avLst/>
              <a:gdLst>
                <a:gd name="textAreaLeft" fmla="*/ 0 w 156600"/>
                <a:gd name="textAreaRight" fmla="*/ 157320 w 156600"/>
                <a:gd name="textAreaTop" fmla="*/ 0 h 156600"/>
                <a:gd name="textAreaBottom" fmla="*/ 157320 h 15660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8480" tIns="45000" rIns="784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85" name="Freeform 1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9032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86" name="Freeform 1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3897360"/>
              <a:ext cx="132480" cy="266040"/>
            </a:xfrm>
            <a:custGeom>
              <a:avLst/>
              <a:gdLst>
                <a:gd name="textAreaLeft" fmla="*/ 0 w 132480"/>
                <a:gd name="textAreaRight" fmla="*/ 133200 w 132480"/>
                <a:gd name="textAreaTop" fmla="*/ 0 h 266040"/>
                <a:gd name="textAreaBottom" fmla="*/ 266760 h 266040"/>
              </a:gdLst>
              <a:ahLst/>
              <a:cxn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87" name="Freeform 1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14972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88" name="Freeform 1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644480"/>
              <a:ext cx="132480" cy="269280"/>
            </a:xfrm>
            <a:custGeom>
              <a:avLst/>
              <a:gdLst>
                <a:gd name="textAreaLeft" fmla="*/ 0 w 132480"/>
                <a:gd name="textAreaRight" fmla="*/ 133200 w 132480"/>
                <a:gd name="textAreaTop" fmla="*/ 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89" name="Freeform 1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14684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90" name="Freeform 14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5160" y="4680"/>
              <a:ext cx="308880" cy="1558080"/>
            </a:xfrm>
            <a:custGeom>
              <a:avLst/>
              <a:gdLst>
                <a:gd name="textAreaLeft" fmla="*/ 0 w 308880"/>
                <a:gd name="textAreaRight" fmla="*/ 309600 w 308880"/>
                <a:gd name="textAreaTop" fmla="*/ 0 h 1558080"/>
                <a:gd name="textAreaBottom" fmla="*/ 1558800 h 1558080"/>
              </a:gdLst>
              <a:ahLst/>
              <a:cxn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91" name="Freeform 14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240" y="488160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92" name="Freeform 14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8240" y="5060880"/>
              <a:ext cx="304200" cy="1777320"/>
            </a:xfrm>
            <a:custGeom>
              <a:avLst/>
              <a:gdLst>
                <a:gd name="textAreaLeft" fmla="*/ 0 w 304200"/>
                <a:gd name="textAreaRight" fmla="*/ 304920 w 304200"/>
                <a:gd name="textAreaTop" fmla="*/ 0 h 1777320"/>
                <a:gd name="textAreaBottom" fmla="*/ 1778040 h 1777320"/>
              </a:gdLst>
              <a:ahLst/>
              <a:cxn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93" name="Freeform 14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1960" y="643104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94" name="Rectangl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2960" y="6610320"/>
              <a:ext cx="23040" cy="2422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1520" tIns="45000" rIns="1152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95" name="Freeform 14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320" y="643104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96" name="Freeform 14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978520"/>
              <a:ext cx="189720" cy="46116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461160"/>
                <a:gd name="textAreaBottom" fmla="*/ 461880 h 461160"/>
              </a:gdLst>
              <a:ahLst/>
              <a:cxn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97" name="Freeform 14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14480" y="1801800"/>
              <a:ext cx="213480" cy="754920"/>
            </a:xfrm>
            <a:custGeom>
              <a:avLst/>
              <a:gdLst>
                <a:gd name="textAreaLeft" fmla="*/ 0 w 213480"/>
                <a:gd name="textAreaRight" fmla="*/ 214200 w 213480"/>
                <a:gd name="textAreaTop" fmla="*/ 0 h 754920"/>
                <a:gd name="textAreaBottom" fmla="*/ 755640 h 754920"/>
              </a:gdLst>
              <a:ahLst/>
              <a:cxn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98" name="Freeform 14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8160" y="2548080"/>
              <a:ext cx="165960" cy="159480"/>
            </a:xfrm>
            <a:custGeom>
              <a:avLst/>
              <a:gdLst>
                <a:gd name="textAreaLeft" fmla="*/ 0 w 165960"/>
                <a:gd name="textAreaRight" fmla="*/ 166680 w 165960"/>
                <a:gd name="textAreaTop" fmla="*/ 0 h 159480"/>
                <a:gd name="textAreaBottom" fmla="*/ 160200 h 159480"/>
              </a:gdLst>
              <a:ahLst/>
              <a:cxn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3160" tIns="45000" rIns="831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999" name="Freeform 15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5440" y="4680"/>
              <a:ext cx="637560" cy="4025160"/>
            </a:xfrm>
            <a:custGeom>
              <a:avLst/>
              <a:gdLst>
                <a:gd name="textAreaLeft" fmla="*/ 0 w 637560"/>
                <a:gd name="textAreaRight" fmla="*/ 638280 w 637560"/>
                <a:gd name="textAreaTop" fmla="*/ 0 h 4025160"/>
                <a:gd name="textAreaBottom" fmla="*/ 4025880 h 4025160"/>
              </a:gdLst>
              <a:ahLst/>
              <a:cxn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00" name="Freeform 15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24000" y="1382760"/>
              <a:ext cx="142200" cy="47556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475560"/>
                <a:gd name="textAreaBottom" fmla="*/ 476280 h 475560"/>
              </a:gdLst>
              <a:ahLst/>
              <a:cxn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1280" tIns="45000" rIns="712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01" name="Freeform 15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0320" y="1849320"/>
              <a:ext cx="108720" cy="107280"/>
            </a:xfrm>
            <a:custGeom>
              <a:avLst/>
              <a:gdLst>
                <a:gd name="textAreaLeft" fmla="*/ 0 w 108720"/>
                <a:gd name="textAreaRight" fmla="*/ 109440 w 108720"/>
                <a:gd name="textAreaTop" fmla="*/ 0 h 107280"/>
                <a:gd name="textAreaBottom" fmla="*/ 108000 h 1072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4360" tIns="45000" rIns="543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02" name="Freeform 15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81160" y="3417840"/>
              <a:ext cx="142200" cy="4741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474120"/>
                <a:gd name="textAreaBottom" fmla="*/ 474840 h 474120"/>
              </a:gdLst>
              <a:ahLst/>
              <a:cxn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1280" tIns="45000" rIns="712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03" name="Freeform 15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3882960"/>
              <a:ext cx="108720" cy="108720"/>
            </a:xfrm>
            <a:custGeom>
              <a:avLst/>
              <a:gdLst>
                <a:gd name="textAreaLeft" fmla="*/ 0 w 108720"/>
                <a:gd name="textAreaRight" fmla="*/ 109440 w 108720"/>
                <a:gd name="textAreaTop" fmla="*/ 0 h 108720"/>
                <a:gd name="textAreaBottom" fmla="*/ 109440 h 10872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4360" tIns="45000" rIns="543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04" name="Freeform 15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2166840"/>
              <a:ext cx="113760" cy="451800"/>
            </a:xfrm>
            <a:custGeom>
              <a:avLst/>
              <a:gdLst>
                <a:gd name="textAreaLeft" fmla="*/ 0 w 113760"/>
                <a:gd name="textAreaRight" fmla="*/ 114480 w 113760"/>
                <a:gd name="textAreaTop" fmla="*/ 0 h 451800"/>
                <a:gd name="textAreaBottom" fmla="*/ 452520 h 451800"/>
              </a:gdLst>
              <a:ahLst/>
              <a:cxn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6880" tIns="45000" rIns="568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05" name="Freeform 15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560" y="2066760"/>
              <a:ext cx="108720" cy="108720"/>
            </a:xfrm>
            <a:custGeom>
              <a:avLst/>
              <a:gdLst>
                <a:gd name="textAreaLeft" fmla="*/ 0 w 108720"/>
                <a:gd name="textAreaRight" fmla="*/ 109440 w 108720"/>
                <a:gd name="textAreaTop" fmla="*/ 0 h 108720"/>
                <a:gd name="textAreaBottom" fmla="*/ 109440 h 10872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4360" tIns="45000" rIns="543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06" name="Rect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28680" y="4662360"/>
              <a:ext cx="23040" cy="218052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1520" tIns="45000" rIns="1152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07" name="Freeform 15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19040" y="5041800"/>
              <a:ext cx="370800" cy="1801080"/>
            </a:xfrm>
            <a:custGeom>
              <a:avLst/>
              <a:gdLst>
                <a:gd name="textAreaLeft" fmla="*/ 0 w 370800"/>
                <a:gd name="textAreaRight" fmla="*/ 371520 w 370800"/>
                <a:gd name="textAreaTop" fmla="*/ 0 h 1801080"/>
                <a:gd name="textAreaBottom" fmla="*/ 1801800 h 1801080"/>
              </a:gdLst>
              <a:ahLst/>
              <a:cxn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08" name="Freeform 15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7680" y="44816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09" name="Freeform 15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9000" y="3983040"/>
              <a:ext cx="347040" cy="2859840"/>
            </a:xfrm>
            <a:custGeom>
              <a:avLst/>
              <a:gdLst>
                <a:gd name="textAreaLeft" fmla="*/ 0 w 347040"/>
                <a:gd name="textAreaRight" fmla="*/ 347760 w 347040"/>
                <a:gd name="textAreaTop" fmla="*/ 0 h 2859840"/>
                <a:gd name="textAreaBottom" fmla="*/ 2860560 h 2859840"/>
              </a:gdLst>
              <a:ahLst/>
              <a:cxn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10" name="Freeform 16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8640" y="380700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11" name="Freeform 16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23960" y="486720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12" name="Freeform 16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05080" y="5423040"/>
              <a:ext cx="370800" cy="1424880"/>
            </a:xfrm>
            <a:custGeom>
              <a:avLst/>
              <a:gdLst>
                <a:gd name="textAreaLeft" fmla="*/ 0 w 370800"/>
                <a:gd name="textAreaRight" fmla="*/ 371520 w 370800"/>
                <a:gd name="textAreaTop" fmla="*/ 0 h 1424880"/>
                <a:gd name="textAreaBottom" fmla="*/ 1425600 h 142488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13" name="Freeform 16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66800" y="5945040"/>
              <a:ext cx="151560" cy="912240"/>
            </a:xfrm>
            <a:custGeom>
              <a:avLst/>
              <a:gdLst>
                <a:gd name="textAreaLeft" fmla="*/ 0 w 151560"/>
                <a:gd name="textAreaRight" fmla="*/ 152280 w 151560"/>
                <a:gd name="textAreaTop" fmla="*/ 0 h 912240"/>
                <a:gd name="textAreaBottom" fmla="*/ 912960 h 91224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5960" tIns="45000" rIns="7596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14" name="Freeform 16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09640" y="52466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15" name="Freeform 16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09640" y="576432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16" name="Freeform 16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66880" y="6330960"/>
              <a:ext cx="418320" cy="526320"/>
            </a:xfrm>
            <a:custGeom>
              <a:avLst/>
              <a:gdLst>
                <a:gd name="textAreaLeft" fmla="*/ 0 w 418320"/>
                <a:gd name="textAreaRight" fmla="*/ 419040 w 418320"/>
                <a:gd name="textAreaTop" fmla="*/ 0 h 526320"/>
                <a:gd name="textAreaBottom" fmla="*/ 527040 h 526320"/>
              </a:gdLst>
              <a:ahLst/>
              <a:cxn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17" name="Freeform 16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7760" y="6221520"/>
              <a:ext cx="156600" cy="146880"/>
            </a:xfrm>
            <a:custGeom>
              <a:avLst/>
              <a:gdLst>
                <a:gd name="textAreaLeft" fmla="*/ 0 w 156600"/>
                <a:gd name="textAreaRight" fmla="*/ 157320 w 156600"/>
                <a:gd name="textAreaTop" fmla="*/ 0 h 146880"/>
                <a:gd name="textAreaBottom" fmla="*/ 147600 h 146880"/>
              </a:gdLst>
              <a:ahLst/>
              <a:cxn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8480" tIns="45000" rIns="784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18" name="Freeform 16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4720" y="9360"/>
              <a:ext cx="232560" cy="5103000"/>
            </a:xfrm>
            <a:custGeom>
              <a:avLst/>
              <a:gdLst>
                <a:gd name="textAreaLeft" fmla="*/ 0 w 232560"/>
                <a:gd name="textAreaRight" fmla="*/ 233280 w 232560"/>
                <a:gd name="textAreaTop" fmla="*/ 0 h 5103000"/>
                <a:gd name="textAreaBottom" fmla="*/ 5103720 h 5103000"/>
              </a:gdLst>
              <a:ahLst/>
              <a:cxn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19" name="Freeform 16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3240" y="5103720"/>
              <a:ext cx="185040" cy="185040"/>
            </a:xfrm>
            <a:custGeom>
              <a:avLst/>
              <a:gdLst>
                <a:gd name="textAreaLeft" fmla="*/ 0 w 185040"/>
                <a:gd name="textAreaRight" fmla="*/ 185760 w 185040"/>
                <a:gd name="textAreaTop" fmla="*/ 0 h 185040"/>
                <a:gd name="textAreaBottom" fmla="*/ 185760 h 185040"/>
              </a:gdLst>
              <a:ahLst/>
              <a:cxn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</p:grpSp>
      <p:grpSp>
        <p:nvGrpSpPr>
          <p:cNvPr id="1020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 useBgFill="1">
          <p:nvSpPr>
            <p:cNvPr id="1021" name="Rectangl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Tw Cen MT"/>
              </a:endParaRPr>
            </a:p>
          </p:txBody>
        </p:sp>
        <p:pic>
          <p:nvPicPr>
            <p:cNvPr id="1022" name="Picture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>
              <a:alphaModFix amt="30000"/>
            </a:blip>
            <a:stretch/>
          </p:blipFill>
          <p:spPr>
            <a:xfrm>
              <a:off x="0" y="0"/>
              <a:ext cx="12191400" cy="68572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23" name="Round Diagonal Corner 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2280" y="2235240"/>
            <a:ext cx="7026480" cy="2395440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Tw Cen MT"/>
            </a:endParaRPr>
          </a:p>
        </p:txBody>
      </p:sp>
      <p:grpSp>
        <p:nvGrpSpPr>
          <p:cNvPr id="1024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06240" y="2900160"/>
            <a:ext cx="10981800" cy="1211040"/>
            <a:chOff x="606240" y="2900160"/>
            <a:chExt cx="10981800" cy="1211040"/>
          </a:xfrm>
        </p:grpSpPr>
        <p:sp>
          <p:nvSpPr>
            <p:cNvPr id="1025" name="Freeform 17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5400000">
              <a:off x="9653400" y="3379680"/>
              <a:ext cx="416880" cy="511920"/>
            </a:xfrm>
            <a:custGeom>
              <a:avLst/>
              <a:gdLst>
                <a:gd name="textAreaLeft" fmla="*/ 0 w 416880"/>
                <a:gd name="textAreaRight" fmla="*/ 417600 w 416880"/>
                <a:gd name="textAreaTop" fmla="*/ -360 h 511920"/>
                <a:gd name="textAreaBottom" fmla="*/ 512280 h 511920"/>
              </a:gdLst>
              <a:ahLst/>
              <a:cxn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26" name="Freeform 17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5400000">
              <a:off x="10078200" y="3310560"/>
              <a:ext cx="156600" cy="151560"/>
            </a:xfrm>
            <a:custGeom>
              <a:avLst/>
              <a:gdLst>
                <a:gd name="textAreaLeft" fmla="*/ 0 w 156600"/>
                <a:gd name="textAreaRight" fmla="*/ 157320 w 156600"/>
                <a:gd name="textAreaTop" fmla="*/ 360 h 151560"/>
                <a:gd name="textAreaBottom" fmla="*/ 152640 h 151560"/>
              </a:gdLst>
              <a:ahLst/>
              <a:cxn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78480" tIns="45000" rIns="784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27" name="Freeform 17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5400000">
              <a:off x="11146680" y="3574080"/>
              <a:ext cx="188280" cy="189720"/>
            </a:xfrm>
            <a:custGeom>
              <a:avLst/>
              <a:gdLst>
                <a:gd name="textAreaLeft" fmla="*/ 0 w 188280"/>
                <a:gd name="textAreaRight" fmla="*/ 189000 w 188280"/>
                <a:gd name="textAreaTop" fmla="*/ 360 h 189720"/>
                <a:gd name="textAreaBottom" fmla="*/ 19080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28" name="Freeform 17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5400000">
              <a:off x="10230480" y="3034440"/>
              <a:ext cx="304200" cy="1544040"/>
            </a:xfrm>
            <a:custGeom>
              <a:avLst/>
              <a:gdLst>
                <a:gd name="textAreaLeft" fmla="*/ 0 w 304200"/>
                <a:gd name="textAreaRight" fmla="*/ 304920 w 304200"/>
                <a:gd name="textAreaTop" fmla="*/ 360 h 1544040"/>
                <a:gd name="textAreaBottom" fmla="*/ 1545120 h 1544040"/>
              </a:gdLst>
              <a:ahLst/>
              <a:cxn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29" name="Freeform 17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035000" y="2562480"/>
              <a:ext cx="297720" cy="1153440"/>
            </a:xfrm>
            <a:custGeom>
              <a:avLst/>
              <a:gdLst>
                <a:gd name="textAreaLeft" fmla="*/ 0 w 297720"/>
                <a:gd name="textAreaRight" fmla="*/ 298440 w 297720"/>
                <a:gd name="textAreaTop" fmla="*/ 0 h 1153440"/>
                <a:gd name="textAreaBottom" fmla="*/ 1154160 h 1153440"/>
              </a:gdLst>
              <a:ahLst/>
              <a:cxn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30" name="Freeform 17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747800" y="3232440"/>
              <a:ext cx="156600" cy="154800"/>
            </a:xfrm>
            <a:custGeom>
              <a:avLst/>
              <a:gdLst>
                <a:gd name="textAreaLeft" fmla="*/ 0 w 156600"/>
                <a:gd name="textAreaRight" fmla="*/ 157320 w 156600"/>
                <a:gd name="textAreaTop" fmla="*/ 0 h 154800"/>
                <a:gd name="textAreaBottom" fmla="*/ 155520 h 15480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78480" tIns="45000" rIns="784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31" name="Freeform 17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1399760" y="3095280"/>
              <a:ext cx="188280" cy="188280"/>
            </a:xfrm>
            <a:custGeom>
              <a:avLst/>
              <a:gdLst>
                <a:gd name="textAreaLeft" fmla="*/ 0 w 188280"/>
                <a:gd name="textAreaRight" fmla="*/ 189000 w 18828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32" name="Freeform 17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354320" y="2153160"/>
              <a:ext cx="307080" cy="1801080"/>
            </a:xfrm>
            <a:custGeom>
              <a:avLst/>
              <a:gdLst>
                <a:gd name="textAreaLeft" fmla="*/ 0 w 307080"/>
                <a:gd name="textAreaRight" fmla="*/ 307800 w 307080"/>
                <a:gd name="textAreaTop" fmla="*/ 0 h 1801080"/>
                <a:gd name="textAreaBottom" fmla="*/ 1801800 h 1801080"/>
              </a:gdLst>
              <a:ahLst/>
              <a:cxn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33" name="Freeform 17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9849600" y="330876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34" name="Rectangl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9721800" y="3283920"/>
              <a:ext cx="23040" cy="251640"/>
            </a:xfrm>
            <a:prstGeom prst="rect">
              <a:avLst/>
            </a:pr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11520" tIns="45000" rIns="1152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35" name="Freeform 17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 rot="16200000">
              <a:off x="2121840" y="3532320"/>
              <a:ext cx="416880" cy="511920"/>
            </a:xfrm>
            <a:custGeom>
              <a:avLst/>
              <a:gdLst>
                <a:gd name="textAreaLeft" fmla="*/ -360 w 416880"/>
                <a:gd name="textAreaRight" fmla="*/ 417240 w 416880"/>
                <a:gd name="textAreaTop" fmla="*/ -360 h 511920"/>
                <a:gd name="textAreaBottom" fmla="*/ 512280 h 511920"/>
              </a:gdLst>
              <a:ahLst/>
              <a:cxn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36" name="Freeform 18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 rot="16200000">
              <a:off x="1957680" y="3463200"/>
              <a:ext cx="156600" cy="151560"/>
            </a:xfrm>
            <a:custGeom>
              <a:avLst/>
              <a:gdLst>
                <a:gd name="textAreaLeft" fmla="*/ 360 w 156600"/>
                <a:gd name="textAreaRight" fmla="*/ 157680 w 156600"/>
                <a:gd name="textAreaTop" fmla="*/ 360 h 151560"/>
                <a:gd name="textAreaBottom" fmla="*/ 152640 h 151560"/>
              </a:gdLst>
              <a:ahLst/>
              <a:cxn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78480" tIns="45000" rIns="784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37" name="Freeform 18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 rot="16200000">
              <a:off x="857520" y="3726720"/>
              <a:ext cx="188280" cy="189720"/>
            </a:xfrm>
            <a:custGeom>
              <a:avLst/>
              <a:gdLst>
                <a:gd name="textAreaLeft" fmla="*/ 360 w 188280"/>
                <a:gd name="textAreaRight" fmla="*/ 189360 w 188280"/>
                <a:gd name="textAreaTop" fmla="*/ 360 h 189720"/>
                <a:gd name="textAreaBottom" fmla="*/ 19080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38" name="Freeform 18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 rot="16200000">
              <a:off x="1657800" y="3186720"/>
              <a:ext cx="304200" cy="1544040"/>
            </a:xfrm>
            <a:custGeom>
              <a:avLst/>
              <a:gdLst>
                <a:gd name="textAreaLeft" fmla="*/ 360 w 304200"/>
                <a:gd name="textAreaRight" fmla="*/ 305280 w 304200"/>
                <a:gd name="textAreaTop" fmla="*/ 360 h 1544040"/>
                <a:gd name="textAreaBottom" fmla="*/ 1545120 h 1544040"/>
              </a:gdLst>
              <a:ahLst/>
              <a:cxn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39" name="Freeform 18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rot="16200000">
              <a:off x="1860480" y="2715120"/>
              <a:ext cx="297720" cy="1153440"/>
            </a:xfrm>
            <a:custGeom>
              <a:avLst/>
              <a:gdLst>
                <a:gd name="textAreaLeft" fmla="*/ 360 w 297720"/>
                <a:gd name="textAreaRight" fmla="*/ 298800 w 297720"/>
                <a:gd name="textAreaTop" fmla="*/ 0 h 1153440"/>
                <a:gd name="textAreaBottom" fmla="*/ 1154160 h 1153440"/>
              </a:gdLst>
              <a:ahLst/>
              <a:cxn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40" name="Freeform 18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rot="16200000">
              <a:off x="1289160" y="3385080"/>
              <a:ext cx="156600" cy="154800"/>
            </a:xfrm>
            <a:custGeom>
              <a:avLst/>
              <a:gdLst>
                <a:gd name="textAreaLeft" fmla="*/ 360 w 156600"/>
                <a:gd name="textAreaRight" fmla="*/ 157680 w 156600"/>
                <a:gd name="textAreaTop" fmla="*/ 0 h 154800"/>
                <a:gd name="textAreaBottom" fmla="*/ 155520 h 15480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78480" tIns="45000" rIns="7848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41" name="Freeform 18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rot="16200000">
              <a:off x="605880" y="3247920"/>
              <a:ext cx="188280" cy="188280"/>
            </a:xfrm>
            <a:custGeom>
              <a:avLst/>
              <a:gdLst>
                <a:gd name="textAreaLeft" fmla="*/ 360 w 188280"/>
                <a:gd name="textAreaRight" fmla="*/ 189360 w 18828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42" name="Freeform 18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rot="16200000">
              <a:off x="1532160" y="2305440"/>
              <a:ext cx="307080" cy="1801080"/>
            </a:xfrm>
            <a:custGeom>
              <a:avLst/>
              <a:gdLst>
                <a:gd name="textAreaLeft" fmla="*/ 360 w 307080"/>
                <a:gd name="textAreaRight" fmla="*/ 308160 w 307080"/>
                <a:gd name="textAreaTop" fmla="*/ 0 h 1801080"/>
                <a:gd name="textAreaBottom" fmla="*/ 1801800 h 1801080"/>
              </a:gdLst>
              <a:ahLst/>
              <a:cxn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43" name="Freeform 18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rot="16200000">
              <a:off x="2154600" y="3461040"/>
              <a:ext cx="189720" cy="188280"/>
            </a:xfrm>
            <a:custGeom>
              <a:avLst/>
              <a:gdLst>
                <a:gd name="textAreaLeft" fmla="*/ 360 w 189720"/>
                <a:gd name="textAreaRight" fmla="*/ 19080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  <p:sp>
          <p:nvSpPr>
            <p:cNvPr id="1044" name="Rectangl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rot="16200000">
              <a:off x="2448720" y="3436560"/>
              <a:ext cx="23040" cy="251640"/>
            </a:xfrm>
            <a:prstGeom prst="rect">
              <a:avLst/>
            </a:pr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algn="tl" blurRad="50760" dir="2700000" dist="37674" rotWithShape="0">
                <a:srgbClr val="000000">
                  <a:alpha val="5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11520" tIns="45000" rIns="1152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w Cen MT"/>
              </a:endParaRPr>
            </a:p>
          </p:txBody>
        </p:sp>
      </p:grpSp>
      <p:sp>
        <p:nvSpPr>
          <p:cNvPr id="1045" name="PlaceHolder 1"/>
          <p:cNvSpPr>
            <a:spLocks noGrp="1"/>
          </p:cNvSpPr>
          <p:nvPr>
            <p:ph type="title"/>
          </p:nvPr>
        </p:nvSpPr>
        <p:spPr>
          <a:xfrm>
            <a:off x="2691360" y="2743200"/>
            <a:ext cx="6919200" cy="106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imes New Roman"/>
              </a:rPr>
              <a:t>MIIM Verification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title"/>
          </p:nvPr>
        </p:nvSpPr>
        <p:spPr>
          <a:xfrm>
            <a:off x="815760" y="0"/>
            <a:ext cx="10560240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200" b="1" u="none" strike="noStrike" cap="all">
                <a:solidFill>
                  <a:schemeClr val="dk1"/>
                </a:solidFill>
                <a:effectLst/>
                <a:uFillTx/>
                <a:latin typeface="Times New Roman"/>
              </a:rPr>
              <a:t>Scope &amp; Objective</a:t>
            </a:r>
            <a:endParaRPr lang="en-US" sz="32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47" name="PlaceHolder 2"/>
          <p:cNvSpPr>
            <a:spLocks noGrp="1"/>
          </p:cNvSpPr>
          <p:nvPr>
            <p:ph/>
          </p:nvPr>
        </p:nvSpPr>
        <p:spPr>
          <a:xfrm>
            <a:off x="894960" y="2013840"/>
            <a:ext cx="10401840" cy="48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-3240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Scope: DUT files under test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eth_miim.v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eth_clockgen.v</a:t>
            </a:r>
            <a:endParaRPr lang="en-US" sz="2200" b="0" u="none" strike="noStrike">
              <a:solidFill>
                <a:schemeClr val="dk1"/>
              </a:solidFill>
              <a:effectLst/>
              <a:highlight>
                <a:srgbClr val="EA7500"/>
              </a:highlight>
              <a:uFillTx/>
              <a:latin typeface="Tw Cen MT"/>
            </a:endParaRP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eth_shiftreg.v</a:t>
            </a:r>
            <a:endParaRPr lang="en-US" sz="2200" b="0" u="none" strike="noStrike">
              <a:solidFill>
                <a:schemeClr val="dk1"/>
              </a:solidFill>
              <a:effectLst/>
              <a:highlight>
                <a:srgbClr val="EA7500"/>
              </a:highlight>
              <a:uFillTx/>
              <a:latin typeface="Tw Cen MT"/>
            </a:endParaRP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eth_outputcontrol.v</a:t>
            </a:r>
            <a:endParaRPr lang="en-US" sz="2200" b="0" u="none" strike="noStrike">
              <a:solidFill>
                <a:schemeClr val="dk1"/>
              </a:solidFill>
              <a:effectLst/>
              <a:highlight>
                <a:srgbClr val="EA7500"/>
              </a:highlight>
              <a:uFillTx/>
              <a:latin typeface="Tw Cen MT"/>
            </a:endParaRPr>
          </a:p>
          <a:p>
            <a:pPr indent="-3240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Objective: reach 100% functional coverage, maximize code coverage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048" name=""/>
          <p:cNvPicPr/>
          <p:nvPr/>
        </p:nvPicPr>
        <p:blipFill>
          <a:blip r:embed="rId1"/>
          <a:srcRect l="3973" t="1588" r="8441" b="8203"/>
          <a:stretch/>
        </p:blipFill>
        <p:spPr>
          <a:xfrm>
            <a:off x="5258160" y="2013840"/>
            <a:ext cx="5028840" cy="251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title"/>
          </p:nvPr>
        </p:nvSpPr>
        <p:spPr>
          <a:xfrm>
            <a:off x="815760" y="0"/>
            <a:ext cx="10560240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200" b="1" u="none" strike="noStrike" cap="all">
                <a:solidFill>
                  <a:schemeClr val="dk1"/>
                </a:solidFill>
                <a:effectLst/>
                <a:uFillTx/>
                <a:latin typeface="Times New Roman"/>
              </a:rPr>
              <a:t>TestbencH Architecture</a:t>
            </a:r>
            <a:endParaRPr lang="en-US" sz="32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50" name="PlaceHolder 2"/>
          <p:cNvSpPr>
            <a:spLocks noGrp="1"/>
          </p:cNvSpPr>
          <p:nvPr>
            <p:ph/>
          </p:nvPr>
        </p:nvSpPr>
        <p:spPr>
          <a:xfrm>
            <a:off x="838080" y="1357920"/>
            <a:ext cx="10401840" cy="48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051" name="Picture 13"/>
          <p:cNvPicPr/>
          <p:nvPr/>
        </p:nvPicPr>
        <p:blipFill>
          <a:blip r:embed="rId1"/>
          <a:stretch/>
        </p:blipFill>
        <p:spPr>
          <a:xfrm>
            <a:off x="2160720" y="1214280"/>
            <a:ext cx="7870320" cy="4429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title"/>
          </p:nvPr>
        </p:nvSpPr>
        <p:spPr>
          <a:xfrm>
            <a:off x="815760" y="0"/>
            <a:ext cx="10560240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200" b="1" u="none" strike="noStrike" cap="all">
                <a:solidFill>
                  <a:schemeClr val="dk1"/>
                </a:solidFill>
                <a:effectLst/>
                <a:uFillTx/>
                <a:latin typeface="Times New Roman"/>
              </a:rPr>
              <a:t>Test Suite Overview</a:t>
            </a:r>
            <a:endParaRPr lang="en-US" sz="32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53" name="PlaceHolder 2"/>
          <p:cNvSpPr>
            <a:spLocks noGrp="1"/>
          </p:cNvSpPr>
          <p:nvPr>
            <p:ph/>
          </p:nvPr>
        </p:nvSpPr>
        <p:spPr>
          <a:xfrm>
            <a:off x="838080" y="1357920"/>
            <a:ext cx="10401840" cy="48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54" name="PlaceHolder 3"/>
          <p:cNvSpPr txBox="1"/>
          <p:nvPr/>
        </p:nvSpPr>
        <p:spPr>
          <a:xfrm>
            <a:off x="894960" y="2013840"/>
            <a:ext cx="10401840" cy="4844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-324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21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 directed test cases, divided mainly in three categories: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Reset &amp; Clock Generation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Writing to PHY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Reading From PHY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-3240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Target: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Protocol correctness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Register/priority edge cases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Timing/corner-case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 type="title"/>
          </p:nvPr>
        </p:nvSpPr>
        <p:spPr>
          <a:xfrm>
            <a:off x="815760" y="0"/>
            <a:ext cx="10560240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200" b="1" u="none" strike="noStrike" cap="all">
                <a:solidFill>
                  <a:schemeClr val="dk1"/>
                </a:solidFill>
                <a:effectLst/>
                <a:uFillTx/>
                <a:latin typeface="Times New Roman"/>
              </a:rPr>
              <a:t>Functional &amp; Code Coverage Results</a:t>
            </a:r>
            <a:endParaRPr lang="en-US" sz="32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56" name="PlaceHolder 5"/>
          <p:cNvSpPr txBox="1"/>
          <p:nvPr/>
        </p:nvSpPr>
        <p:spPr>
          <a:xfrm>
            <a:off x="894960" y="2013840"/>
            <a:ext cx="10401840" cy="4844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-324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MIIM Functional Coverage: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-324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MIIM Code Coverage: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057" name=""/>
          <p:cNvPicPr/>
          <p:nvPr/>
        </p:nvPicPr>
        <p:blipFill>
          <a:blip r:embed="rId1"/>
          <a:srcRect l="1159" t="0" r="14120" b="0"/>
          <a:stretch/>
        </p:blipFill>
        <p:spPr>
          <a:xfrm>
            <a:off x="2666880" y="2971800"/>
            <a:ext cx="6858360" cy="84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8" name=""/>
          <p:cNvPicPr/>
          <p:nvPr/>
        </p:nvPicPr>
        <p:blipFill>
          <a:blip r:embed="rId2"/>
          <a:srcRect l="2772" t="0" r="15185" b="0"/>
          <a:stretch/>
        </p:blipFill>
        <p:spPr>
          <a:xfrm>
            <a:off x="3009960" y="4800600"/>
            <a:ext cx="6171840" cy="780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title"/>
          </p:nvPr>
        </p:nvSpPr>
        <p:spPr>
          <a:xfrm>
            <a:off x="815760" y="0"/>
            <a:ext cx="10560240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200" b="1" u="none" strike="noStrike" cap="all">
                <a:solidFill>
                  <a:schemeClr val="dk1"/>
                </a:solidFill>
                <a:effectLst/>
                <a:uFillTx/>
                <a:latin typeface="Times New Roman"/>
              </a:rPr>
              <a:t>RTL Bugs</a:t>
            </a:r>
            <a:endParaRPr lang="en-US" sz="32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60" name="PlaceHolder 4"/>
          <p:cNvSpPr txBox="1"/>
          <p:nvPr/>
        </p:nvSpPr>
        <p:spPr>
          <a:xfrm>
            <a:off x="894960" y="2013840"/>
            <a:ext cx="10401840" cy="4844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-324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MIIM-Bug-001: 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Description: In-flight MIIM operation abort permanently deadlocks Busy.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Severity: </a:t>
            </a:r>
            <a:r>
              <a:rPr lang="en-US" sz="2200" b="0" u="none" strike="noStrike">
                <a:solidFill>
                  <a:srgbClr val="FF0000"/>
                </a:solidFill>
                <a:effectLst/>
                <a:uFillTx/>
                <a:latin typeface="Tw Cen MT"/>
              </a:rPr>
              <a:t>High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Root Cause: Nvalid signal is left set with no path to 0.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1296000" lvl="2" indent="-288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Busy = ... | InProgress | InProgress_q3 | Nvalid;</a:t>
            </a:r>
            <a:endParaRPr lang="en-US" sz="2200" b="0" u="none" strike="noStrike">
              <a:solidFill>
                <a:schemeClr val="dk1"/>
              </a:solidFill>
              <a:effectLst/>
              <a:highlight>
                <a:srgbClr val="EA7500"/>
              </a:highlight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Trigger: Normal register write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Recovery: only a full core reset clears it.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laceHolder 1"/>
          <p:cNvSpPr>
            <a:spLocks noGrp="1"/>
          </p:cNvSpPr>
          <p:nvPr>
            <p:ph type="title"/>
          </p:nvPr>
        </p:nvSpPr>
        <p:spPr>
          <a:xfrm>
            <a:off x="815760" y="0"/>
            <a:ext cx="10560240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200" b="1" u="none" strike="noStrike" cap="all">
                <a:solidFill>
                  <a:schemeClr val="dk1"/>
                </a:solidFill>
                <a:effectLst/>
                <a:uFillTx/>
                <a:latin typeface="Times New Roman"/>
              </a:rPr>
              <a:t>RTL Notes</a:t>
            </a:r>
            <a:endParaRPr lang="en-US" sz="32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62" name="PlaceHolder 7"/>
          <p:cNvSpPr txBox="1"/>
          <p:nvPr/>
        </p:nvSpPr>
        <p:spPr>
          <a:xfrm>
            <a:off x="894960" y="2013840"/>
            <a:ext cx="10401840" cy="4844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-324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  <a:ea typeface="Noto Sans CJK SC"/>
              </a:rPr>
              <a:t>MIIM-RTL-NOTE-001: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  <a:ea typeface="Noto Sans CJK SC"/>
              </a:rPr>
              <a:t>Description: in eth_clockgen.v, CounterPreset[7] structurally unreachable.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  <a:ea typeface="Noto Sans CJK SC"/>
              </a:rPr>
              <a:t>Severity: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w Cen MT"/>
                <a:ea typeface="Noto Sans CJK SC"/>
              </a:rPr>
              <a:t>N/A (not a bug), unused resources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  <a:ea typeface="Noto Sans CJK SC"/>
              </a:rPr>
              <a:t>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  <a:ea typeface="Noto Sans CJK SC"/>
              </a:rPr>
              <a:t>Reason: max value of CounterPreset is 126, This is a dead bit by design.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title"/>
          </p:nvPr>
        </p:nvSpPr>
        <p:spPr>
          <a:xfrm>
            <a:off x="815760" y="0"/>
            <a:ext cx="10560240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200" b="1" u="none" strike="noStrike" cap="all">
                <a:solidFill>
                  <a:schemeClr val="dk1"/>
                </a:solidFill>
                <a:effectLst/>
                <a:uFillTx/>
                <a:latin typeface="Times New Roman"/>
              </a:rPr>
              <a:t>Open Items</a:t>
            </a:r>
            <a:endParaRPr lang="en-US" sz="32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64" name="PlaceHolder 2"/>
          <p:cNvSpPr txBox="1"/>
          <p:nvPr/>
        </p:nvSpPr>
        <p:spPr>
          <a:xfrm>
            <a:off x="894960" y="2013840"/>
            <a:ext cx="10401840" cy="4844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-324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  <a:ea typeface="Noto Sans CJK SC"/>
              </a:rPr>
              <a:t>MIIM-RTL-NOTE-002: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  <a:ea typeface="Noto Sans CJK SC"/>
              </a:rPr>
              <a:t>Description: Prsd[15] / LinkFail read back incorrect via WB register interface.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  <a:ea typeface="Noto Sans CJK SC"/>
              </a:rPr>
              <a:t>Severity: Medium (data-integrity, not a hang).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  <a:ea typeface="Noto Sans CJK SC"/>
              </a:rPr>
              <a:t>Status: Open/unresolved.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Circuit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0070C0"/>
      </a:lt2>
      <a:accent1>
        <a:srgbClr val="0C0C0C"/>
      </a:accent1>
      <a:accent2>
        <a:srgbClr val="002060"/>
      </a:accent2>
      <a:accent3>
        <a:srgbClr val="00206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itchFamily="0" charset="1"/>
        <a:ea typeface=""/>
        <a:cs typeface=""/>
      </a:majorFont>
      <a:minorFont>
        <a:latin typeface="Tw Cen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rcuit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0070C0"/>
      </a:lt2>
      <a:accent1>
        <a:srgbClr val="0C0C0C"/>
      </a:accent1>
      <a:accent2>
        <a:srgbClr val="002060"/>
      </a:accent2>
      <a:accent3>
        <a:srgbClr val="00206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itchFamily="0" charset="1"/>
        <a:ea typeface=""/>
        <a:cs typeface=""/>
      </a:majorFont>
      <a:minorFont>
        <a:latin typeface="Tw Cen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ircuit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0070C0"/>
      </a:lt2>
      <a:accent1>
        <a:srgbClr val="0C0C0C"/>
      </a:accent1>
      <a:accent2>
        <a:srgbClr val="002060"/>
      </a:accent2>
      <a:accent3>
        <a:srgbClr val="00206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itchFamily="0" charset="1"/>
        <a:ea typeface=""/>
        <a:cs typeface=""/>
      </a:majorFont>
      <a:minorFont>
        <a:latin typeface="Tw Cen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2168</TotalTime>
  <Application>LibreOffice/26.2.4.2$Linux_X86_64 LibreOffice_project/620$Build-2</Application>
  <AppVersion>15.0000</AppVersion>
  <Words>729</Words>
  <Paragraphs>124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2024-11-05T21:37:31Z</dcterms:created>
  <dc:creator>Passant Kadry</dc:creator>
  <dc:description/>
  <dc:language>en-US</dc:language>
  <cp:lastModifiedBy/>
  <dcterms:modified xsi:type="dcterms:W3CDTF">2026-08-08T11:22:04Z</dcterms:modified>
  <cp:revision>69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26</vt:i4>
  </property>
</Properties>
</file>