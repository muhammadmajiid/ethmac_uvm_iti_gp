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67" r:id="rId3"/>
  </p:sldMasterIdLst>
  <p:sldIdLst>
    <p:sldId id="257" r:id="rId4"/>
    <p:sldId id="262" r:id="rId5"/>
    <p:sldId id="263" r:id="rId6"/>
    <p:sldId id="264" r:id="rId7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8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tableStyles" Target="tableStyles.xml"/><Relationship Id="rId5" Type="http://schemas.openxmlformats.org/officeDocument/2006/relationships/slide" Target="slides/slide2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endParaRPr lang="en-US" sz="3600" b="0" u="none" strike="noStrike" cap="all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subTitle"/>
          </p:nvPr>
        </p:nvSpPr>
        <p:spPr>
          <a:xfrm>
            <a:off x="1141560" y="2249640"/>
            <a:ext cx="4878000" cy="354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8467200-3074-4589-BB3D-B92624C4E2DC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anoramic 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Picture 2" descr="\\DROBO-FS\QuickDrops\JB\PPTX NG\Droplets\LightingOverlay.png"/>
          <p:cNvPicPr/>
          <p:nvPr/>
        </p:nvPicPr>
        <p:blipFill>
          <a:blip r:embed="rId2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07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108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109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cxn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cxn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cxn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cxn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44640" rIns="90000" bIns="-44640" anchor="t" anchorCtr="1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cxn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cxn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cxn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cxn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cxn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cxn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cxn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1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cxn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cxn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36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137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cxn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8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cxn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0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cxn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cxn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cxn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cxn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6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1141560" y="4304520"/>
            <a:ext cx="9911880" cy="81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914400">
              <a:lnSpc>
                <a:spcPct val="90000"/>
              </a:lnSpc>
              <a:buNone/>
              <a:defRPr lang="en-US" sz="32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2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Master title style</a:t>
            </a:r>
          </a:p>
        </p:txBody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1141560" y="606600"/>
            <a:ext cx="9911880" cy="3299400"/>
          </a:xfrm>
          <a:prstGeom prst="rect">
            <a:avLst/>
          </a:prstGeom>
          <a:noFill/>
          <a:ln w="19080" cap="sq">
            <a:solidFill>
              <a:schemeClr val="dk2">
                <a:lumMod val="60000"/>
                <a:lumOff val="40000"/>
                <a:alpha val="60000"/>
              </a:schemeClr>
            </a:solidFill>
            <a:miter/>
          </a:ln>
          <a:effectLst>
            <a:outerShdw blurRad="88920" dist="38160" dir="540000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icon to add picture</a:t>
            </a:r>
          </a:p>
        </p:txBody>
      </p:sp>
      <p:sp>
        <p:nvSpPr>
          <p:cNvPr id="149" name="PlaceHolder 3"/>
          <p:cNvSpPr>
            <a:spLocks noGrp="1"/>
          </p:cNvSpPr>
          <p:nvPr>
            <p:ph type="body"/>
          </p:nvPr>
        </p:nvSpPr>
        <p:spPr>
          <a:xfrm>
            <a:off x="1141200" y="5123880"/>
            <a:ext cx="9910440" cy="682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</a:p>
        </p:txBody>
      </p:sp>
      <p:sp>
        <p:nvSpPr>
          <p:cNvPr id="150" name="PlaceHolder 4"/>
          <p:cNvSpPr>
            <a:spLocks noGrp="1"/>
          </p:cNvSpPr>
          <p:nvPr>
            <p:ph type="dt" idx="4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&lt;date/time&gt;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PlaceHolder 5"/>
          <p:cNvSpPr>
            <a:spLocks noGrp="1"/>
          </p:cNvSpPr>
          <p:nvPr>
            <p:ph type="ftr" idx="5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52" name="PlaceHolder 6"/>
          <p:cNvSpPr>
            <a:spLocks noGrp="1"/>
          </p:cNvSpPr>
          <p:nvPr>
            <p:ph type="sldNum" idx="6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53D8599-C5DD-4ECD-AEBA-10784973FA07}" type="slidenum"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‹#›</a:t>
            </a:fld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and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Picture 2" descr="\\DROBO-FS\QuickDrops\JB\PPTX NG\Droplets\LightingOverlay.png"/>
          <p:cNvPicPr/>
          <p:nvPr/>
        </p:nvPicPr>
        <p:blipFill>
          <a:blip r:embed="rId2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54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155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156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7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8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9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cxn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1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cxn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cxn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cxn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7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44640" rIns="90000" bIns="-44640" anchor="t" anchorCtr="1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8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cxn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9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cxn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0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cxn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1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cxn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2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cxn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4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5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cxn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7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cxn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8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9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0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1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cxn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2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cxn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83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184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cxn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5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cxn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6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7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cxn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cxn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cxn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1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cxn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2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3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1141560" y="609480"/>
            <a:ext cx="9905760" cy="342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90000"/>
              </a:lnSpc>
              <a:buNone/>
              <a:def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Master title style</a:t>
            </a:r>
          </a:p>
        </p:txBody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1141560" y="4419720"/>
            <a:ext cx="9903960" cy="1371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</a:p>
        </p:txBody>
      </p:sp>
      <p:sp>
        <p:nvSpPr>
          <p:cNvPr id="196" name="PlaceHolder 3"/>
          <p:cNvSpPr>
            <a:spLocks noGrp="1"/>
          </p:cNvSpPr>
          <p:nvPr>
            <p:ph type="dt" idx="7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&lt;date/time&gt;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PlaceHolder 4"/>
          <p:cNvSpPr>
            <a:spLocks noGrp="1"/>
          </p:cNvSpPr>
          <p:nvPr>
            <p:ph type="ftr" idx="8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98" name="PlaceHolder 5"/>
          <p:cNvSpPr>
            <a:spLocks noGrp="1"/>
          </p:cNvSpPr>
          <p:nvPr>
            <p:ph type="sldNum" idx="9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B75A95E-8DAD-40D2-ACF8-31CD0018A561}" type="slidenum"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‹#›</a:t>
            </a:fld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uot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Picture 2" descr="\\DROBO-FS\QuickDrops\JB\PPTX NG\Droplets\LightingOverlay.png"/>
          <p:cNvPicPr/>
          <p:nvPr/>
        </p:nvPicPr>
        <p:blipFill>
          <a:blip r:embed="rId2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00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201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202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3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4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5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cxn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6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cxn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0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1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cxn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2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cxn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3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44640" rIns="90000" bIns="-44640" anchor="t" anchorCtr="1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4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cxn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5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cxn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6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cxn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7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cxn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8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9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cxn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0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1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cxn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2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3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cxn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4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5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6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7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cxn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8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cxn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29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230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cxn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1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cxn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cxn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4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cxn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5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cxn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6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7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cxn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8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9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1446120" y="609480"/>
            <a:ext cx="9302400" cy="274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90000"/>
              </a:lnSpc>
              <a:buNone/>
              <a:def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Master title style</a:t>
            </a:r>
          </a:p>
        </p:txBody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1720800" y="3365640"/>
            <a:ext cx="8751960" cy="54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</a:p>
        </p:txBody>
      </p:sp>
      <p:sp>
        <p:nvSpPr>
          <p:cNvPr id="242" name="PlaceHolder 3"/>
          <p:cNvSpPr>
            <a:spLocks noGrp="1"/>
          </p:cNvSpPr>
          <p:nvPr>
            <p:ph type="body"/>
          </p:nvPr>
        </p:nvSpPr>
        <p:spPr>
          <a:xfrm>
            <a:off x="1141560" y="4309920"/>
            <a:ext cx="9905760" cy="148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</a:p>
        </p:txBody>
      </p:sp>
      <p:sp>
        <p:nvSpPr>
          <p:cNvPr id="243" name="PlaceHolder 4"/>
          <p:cNvSpPr>
            <a:spLocks noGrp="1"/>
          </p:cNvSpPr>
          <p:nvPr>
            <p:ph type="dt" idx="10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&lt;date/time&gt;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PlaceHolder 5"/>
          <p:cNvSpPr>
            <a:spLocks noGrp="1"/>
          </p:cNvSpPr>
          <p:nvPr>
            <p:ph type="ftr" idx="11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45" name="PlaceHolder 6"/>
          <p:cNvSpPr>
            <a:spLocks noGrp="1"/>
          </p:cNvSpPr>
          <p:nvPr>
            <p:ph type="sldNum" idx="12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A760F84-133A-4614-8A6B-0C1EC226AECD}" type="slidenum"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‹#›</a:t>
            </a:fld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TextBox 59"/>
          <p:cNvSpPr/>
          <p:nvPr/>
        </p:nvSpPr>
        <p:spPr>
          <a:xfrm>
            <a:off x="903600" y="73224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0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Box 60"/>
          <p:cNvSpPr/>
          <p:nvPr/>
        </p:nvSpPr>
        <p:spPr>
          <a:xfrm>
            <a:off x="10537200" y="276480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0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ame 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Picture 2" descr="\\DROBO-FS\QuickDrops\JB\PPTX NG\Droplets\LightingOverlay.png"/>
          <p:cNvPicPr/>
          <p:nvPr/>
        </p:nvPicPr>
        <p:blipFill>
          <a:blip r:embed="rId2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49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250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251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2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3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4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cxn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5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6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cxn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7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8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9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0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cxn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1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cxn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2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44640" rIns="90000" bIns="-44640" anchor="t" anchorCtr="1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3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cxn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4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cxn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5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cxn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6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cxn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7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8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cxn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9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0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cxn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1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2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cxn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3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4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5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6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cxn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7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cxn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78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279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cxn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0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cxn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1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2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cxn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3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cxn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4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cxn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5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6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cxn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7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8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1141560" y="2134080"/>
            <a:ext cx="9905760" cy="251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914400">
              <a:lnSpc>
                <a:spcPct val="90000"/>
              </a:lnSpc>
              <a:buNone/>
              <a:def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Master title style</a:t>
            </a:r>
          </a:p>
        </p:txBody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1141200" y="4657680"/>
            <a:ext cx="9904320" cy="114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</a:p>
        </p:txBody>
      </p:sp>
      <p:sp>
        <p:nvSpPr>
          <p:cNvPr id="291" name="PlaceHolder 3"/>
          <p:cNvSpPr>
            <a:spLocks noGrp="1"/>
          </p:cNvSpPr>
          <p:nvPr>
            <p:ph type="dt" idx="13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&lt;date/time&gt;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PlaceHolder 4"/>
          <p:cNvSpPr>
            <a:spLocks noGrp="1"/>
          </p:cNvSpPr>
          <p:nvPr>
            <p:ph type="ftr" idx="14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93" name="PlaceHolder 5"/>
          <p:cNvSpPr>
            <a:spLocks noGrp="1"/>
          </p:cNvSpPr>
          <p:nvPr>
            <p:ph type="sldNum" idx="15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F077FEA-9BA0-4E90-BBF9-4D18662D3317}" type="slidenum"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‹#›</a:t>
            </a:fld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 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Picture 2" descr="\\DROBO-FS\QuickDrops\JB\PPTX NG\Droplets\LightingOverlay.png"/>
          <p:cNvPicPr/>
          <p:nvPr/>
        </p:nvPicPr>
        <p:blipFill>
          <a:blip r:embed="rId2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95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296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297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8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9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0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cxn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1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2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cxn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3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4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5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6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cxn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7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cxn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8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44640" rIns="90000" bIns="-44640" anchor="t" anchorCtr="1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9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cxn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0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cxn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1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cxn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2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cxn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3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4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cxn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5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6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cxn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7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8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cxn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9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0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1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2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cxn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3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cxn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24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325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cxn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6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cxn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7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8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cxn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9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cxn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0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cxn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1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2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cxn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3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4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1141560" y="609480"/>
            <a:ext cx="9905760" cy="190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Master title style</a:t>
            </a:r>
          </a:p>
        </p:txBody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1141560" y="2674440"/>
            <a:ext cx="3196440" cy="685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body"/>
          </p:nvPr>
        </p:nvSpPr>
        <p:spPr>
          <a:xfrm>
            <a:off x="1127880" y="3360240"/>
            <a:ext cx="3208320" cy="243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</a:p>
        </p:txBody>
      </p:sp>
      <p:sp>
        <p:nvSpPr>
          <p:cNvPr id="338" name="PlaceHolder 4"/>
          <p:cNvSpPr>
            <a:spLocks noGrp="1"/>
          </p:cNvSpPr>
          <p:nvPr>
            <p:ph type="body"/>
          </p:nvPr>
        </p:nvSpPr>
        <p:spPr>
          <a:xfrm>
            <a:off x="4514760" y="2677680"/>
            <a:ext cx="3184200" cy="685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339" name="PlaceHolder 5"/>
          <p:cNvSpPr>
            <a:spLocks noGrp="1"/>
          </p:cNvSpPr>
          <p:nvPr>
            <p:ph type="body"/>
          </p:nvPr>
        </p:nvSpPr>
        <p:spPr>
          <a:xfrm>
            <a:off x="4504320" y="3363480"/>
            <a:ext cx="3195360" cy="243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</a:p>
        </p:txBody>
      </p:sp>
      <p:sp>
        <p:nvSpPr>
          <p:cNvPr id="340" name="PlaceHolder 6"/>
          <p:cNvSpPr>
            <a:spLocks noGrp="1"/>
          </p:cNvSpPr>
          <p:nvPr>
            <p:ph type="body"/>
          </p:nvPr>
        </p:nvSpPr>
        <p:spPr>
          <a:xfrm>
            <a:off x="7852320" y="2674440"/>
            <a:ext cx="3194640" cy="685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341" name="PlaceHolder 7"/>
          <p:cNvSpPr>
            <a:spLocks noGrp="1"/>
          </p:cNvSpPr>
          <p:nvPr>
            <p:ph type="body"/>
          </p:nvPr>
        </p:nvSpPr>
        <p:spPr>
          <a:xfrm>
            <a:off x="7852320" y="3360240"/>
            <a:ext cx="3194640" cy="243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</a:p>
        </p:txBody>
      </p:sp>
      <p:sp>
        <p:nvSpPr>
          <p:cNvPr id="342" name="PlaceHolder 8"/>
          <p:cNvSpPr>
            <a:spLocks noGrp="1"/>
          </p:cNvSpPr>
          <p:nvPr>
            <p:ph type="dt" idx="16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&lt;date/time&gt;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PlaceHolder 9"/>
          <p:cNvSpPr>
            <a:spLocks noGrp="1"/>
          </p:cNvSpPr>
          <p:nvPr>
            <p:ph type="ftr" idx="17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44" name="PlaceHolder 10"/>
          <p:cNvSpPr>
            <a:spLocks noGrp="1"/>
          </p:cNvSpPr>
          <p:nvPr>
            <p:ph type="sldNum" idx="18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4C5AC1B-D4FA-46BB-953B-CF7896DA0A26}" type="slidenum"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‹#›</a:t>
            </a:fld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 Picture 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Picture 2" descr="\\DROBO-FS\QuickDrops\JB\PPTX NG\Droplets\LightingOverlay.png"/>
          <p:cNvPicPr/>
          <p:nvPr/>
        </p:nvPicPr>
        <p:blipFill>
          <a:blip r:embed="rId2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46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347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348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9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0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1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cxn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2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3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cxn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4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5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6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7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cxn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8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cxn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9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44640" rIns="90000" bIns="-44640" anchor="t" anchorCtr="1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0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cxn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1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cxn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2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cxn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3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cxn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4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5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cxn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6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7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cxn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8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9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cxn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0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1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2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3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cxn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4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cxn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75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376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cxn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7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cxn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8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9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cxn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0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cxn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1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cxn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2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3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cxn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4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5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86" name="PlaceHolder 1"/>
          <p:cNvSpPr>
            <a:spLocks noGrp="1"/>
          </p:cNvSpPr>
          <p:nvPr>
            <p:ph type="title"/>
          </p:nvPr>
        </p:nvSpPr>
        <p:spPr>
          <a:xfrm>
            <a:off x="1141560" y="609480"/>
            <a:ext cx="9905760" cy="190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Master title style</a:t>
            </a:r>
          </a:p>
        </p:txBody>
      </p:sp>
      <p:sp>
        <p:nvSpPr>
          <p:cNvPr id="387" name="PlaceHolder 2"/>
          <p:cNvSpPr>
            <a:spLocks noGrp="1"/>
          </p:cNvSpPr>
          <p:nvPr>
            <p:ph type="body"/>
          </p:nvPr>
        </p:nvSpPr>
        <p:spPr>
          <a:xfrm>
            <a:off x="1141560" y="4404600"/>
            <a:ext cx="319500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0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 type="body"/>
          </p:nvPr>
        </p:nvSpPr>
        <p:spPr>
          <a:xfrm>
            <a:off x="1141560" y="2666880"/>
            <a:ext cx="3195000" cy="1523520"/>
          </a:xfrm>
          <a:prstGeom prst="rect">
            <a:avLst/>
          </a:prstGeom>
          <a:noFill/>
          <a:ln w="19080" cap="sq">
            <a:solidFill>
              <a:schemeClr val="dk2">
                <a:lumMod val="60000"/>
                <a:lumOff val="40000"/>
                <a:alpha val="60000"/>
              </a:schemeClr>
            </a:solidFill>
            <a:miter/>
          </a:ln>
          <a:effectLst>
            <a:outerShdw blurRad="88920" dist="38160" dir="540000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icon to add picture</a:t>
            </a:r>
          </a:p>
        </p:txBody>
      </p:sp>
      <p:sp>
        <p:nvSpPr>
          <p:cNvPr id="389" name="PlaceHolder 4"/>
          <p:cNvSpPr>
            <a:spLocks noGrp="1"/>
          </p:cNvSpPr>
          <p:nvPr>
            <p:ph type="body"/>
          </p:nvPr>
        </p:nvSpPr>
        <p:spPr>
          <a:xfrm>
            <a:off x="1141560" y="4980960"/>
            <a:ext cx="3195000" cy="81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</a:p>
        </p:txBody>
      </p:sp>
      <p:sp>
        <p:nvSpPr>
          <p:cNvPr id="390" name="PlaceHolder 5"/>
          <p:cNvSpPr>
            <a:spLocks noGrp="1"/>
          </p:cNvSpPr>
          <p:nvPr>
            <p:ph type="body"/>
          </p:nvPr>
        </p:nvSpPr>
        <p:spPr>
          <a:xfrm>
            <a:off x="4489200" y="4404600"/>
            <a:ext cx="320004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0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391" name="PlaceHolder 6"/>
          <p:cNvSpPr>
            <a:spLocks noGrp="1"/>
          </p:cNvSpPr>
          <p:nvPr>
            <p:ph type="body"/>
          </p:nvPr>
        </p:nvSpPr>
        <p:spPr>
          <a:xfrm>
            <a:off x="4489200" y="2666880"/>
            <a:ext cx="3198600" cy="1523520"/>
          </a:xfrm>
          <a:prstGeom prst="rect">
            <a:avLst/>
          </a:prstGeom>
          <a:noFill/>
          <a:ln w="19080" cap="sq">
            <a:solidFill>
              <a:schemeClr val="dk2">
                <a:lumMod val="60000"/>
                <a:lumOff val="40000"/>
                <a:alpha val="60000"/>
              </a:schemeClr>
            </a:solidFill>
            <a:miter/>
          </a:ln>
          <a:effectLst>
            <a:outerShdw blurRad="88920" dist="38160" dir="540000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icon to add picture</a:t>
            </a:r>
          </a:p>
        </p:txBody>
      </p:sp>
      <p:sp>
        <p:nvSpPr>
          <p:cNvPr id="392" name="PlaceHolder 7"/>
          <p:cNvSpPr>
            <a:spLocks noGrp="1"/>
          </p:cNvSpPr>
          <p:nvPr>
            <p:ph type="body"/>
          </p:nvPr>
        </p:nvSpPr>
        <p:spPr>
          <a:xfrm>
            <a:off x="4487760" y="4980960"/>
            <a:ext cx="3200040" cy="81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</a:p>
        </p:txBody>
      </p:sp>
      <p:sp>
        <p:nvSpPr>
          <p:cNvPr id="393" name="PlaceHolder 8"/>
          <p:cNvSpPr>
            <a:spLocks noGrp="1"/>
          </p:cNvSpPr>
          <p:nvPr>
            <p:ph type="body"/>
          </p:nvPr>
        </p:nvSpPr>
        <p:spPr>
          <a:xfrm>
            <a:off x="7852680" y="4404600"/>
            <a:ext cx="319032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0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394" name="PlaceHolder 9"/>
          <p:cNvSpPr>
            <a:spLocks noGrp="1"/>
          </p:cNvSpPr>
          <p:nvPr>
            <p:ph type="body"/>
          </p:nvPr>
        </p:nvSpPr>
        <p:spPr>
          <a:xfrm>
            <a:off x="7852320" y="2666880"/>
            <a:ext cx="3194640" cy="1523520"/>
          </a:xfrm>
          <a:prstGeom prst="rect">
            <a:avLst/>
          </a:prstGeom>
          <a:noFill/>
          <a:ln w="19080" cap="sq">
            <a:solidFill>
              <a:schemeClr val="dk2">
                <a:lumMod val="60000"/>
                <a:lumOff val="40000"/>
                <a:alpha val="60000"/>
              </a:schemeClr>
            </a:solidFill>
            <a:miter/>
          </a:ln>
          <a:effectLst>
            <a:outerShdw blurRad="88920" dist="38160" dir="540000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icon to add picture</a:t>
            </a:r>
          </a:p>
        </p:txBody>
      </p:sp>
      <p:sp>
        <p:nvSpPr>
          <p:cNvPr id="395" name="PlaceHolder 10"/>
          <p:cNvSpPr>
            <a:spLocks noGrp="1"/>
          </p:cNvSpPr>
          <p:nvPr>
            <p:ph type="body"/>
          </p:nvPr>
        </p:nvSpPr>
        <p:spPr>
          <a:xfrm>
            <a:off x="7852320" y="4980960"/>
            <a:ext cx="3194640" cy="81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</a:p>
        </p:txBody>
      </p:sp>
      <p:sp>
        <p:nvSpPr>
          <p:cNvPr id="396" name="PlaceHolder 11"/>
          <p:cNvSpPr>
            <a:spLocks noGrp="1"/>
          </p:cNvSpPr>
          <p:nvPr>
            <p:ph type="dt" idx="19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&lt;date/time&gt;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PlaceHolder 12"/>
          <p:cNvSpPr>
            <a:spLocks noGrp="1"/>
          </p:cNvSpPr>
          <p:nvPr>
            <p:ph type="ftr" idx="20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98" name="PlaceHolder 13"/>
          <p:cNvSpPr>
            <a:spLocks noGrp="1"/>
          </p:cNvSpPr>
          <p:nvPr>
            <p:ph type="sldNum" idx="21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7E48055-354D-4E64-A108-26B292765244}" type="slidenum"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‹#›</a:t>
            </a:fld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Picture 2" descr="\\DROBO-FS\QuickDrops\JB\PPTX NG\Droplets\LightingOverlay.png"/>
          <p:cNvPicPr/>
          <p:nvPr/>
        </p:nvPicPr>
        <p:blipFill>
          <a:blip r:embed="rId2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00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401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402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3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4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5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cxn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6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7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cxn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8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9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0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1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cxn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2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cxn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3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44640" rIns="90000" bIns="-44640" anchor="t" anchorCtr="1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4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cxn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5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cxn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6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cxn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7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cxn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8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9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cxn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0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1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cxn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2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3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cxn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4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5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6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7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cxn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8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cxn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29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430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cxn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1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cxn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2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3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cxn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4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cxn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5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cxn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6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7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cxn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8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9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40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Master title style</a:t>
            </a:r>
          </a:p>
        </p:txBody>
      </p:sp>
      <p:sp>
        <p:nvSpPr>
          <p:cNvPr id="441" name="PlaceHolder 2"/>
          <p:cNvSpPr>
            <a:spLocks noGrp="1"/>
          </p:cNvSpPr>
          <p:nvPr>
            <p:ph type="body"/>
          </p:nvPr>
        </p:nvSpPr>
        <p:spPr>
          <a:xfrm>
            <a:off x="1141560" y="2249640"/>
            <a:ext cx="9905760" cy="35413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5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</a:p>
          <a:p>
            <a:pPr marL="6858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</a:p>
          <a:p>
            <a:pPr marL="11430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</a:p>
          <a:p>
            <a:pPr marL="1600200" lvl="3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</a:p>
          <a:p>
            <a:pPr marL="2057400" lvl="4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</a:p>
        </p:txBody>
      </p:sp>
      <p:sp>
        <p:nvSpPr>
          <p:cNvPr id="442" name="PlaceHolder 3"/>
          <p:cNvSpPr>
            <a:spLocks noGrp="1"/>
          </p:cNvSpPr>
          <p:nvPr>
            <p:ph type="dt" idx="22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&lt;date/time&gt;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PlaceHolder 4"/>
          <p:cNvSpPr>
            <a:spLocks noGrp="1"/>
          </p:cNvSpPr>
          <p:nvPr>
            <p:ph type="ftr" idx="23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44" name="PlaceHolder 5"/>
          <p:cNvSpPr>
            <a:spLocks noGrp="1"/>
          </p:cNvSpPr>
          <p:nvPr>
            <p:ph type="sldNum" idx="24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9167463-A9B8-4F00-8A9D-6640EF4FBB1F}" type="slidenum"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‹#›</a:t>
            </a:fld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Picture 2" descr="\\DROBO-FS\QuickDrops\JB\PPTX NG\Droplets\LightingOverlay.png"/>
          <p:cNvPicPr/>
          <p:nvPr/>
        </p:nvPicPr>
        <p:blipFill>
          <a:blip r:embed="rId2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46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447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448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9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0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1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cxn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2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3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cxn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4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5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6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7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cxn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8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cxn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9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44640" rIns="90000" bIns="-44640" anchor="t" anchorCtr="1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0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cxn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1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cxn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2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cxn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3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cxn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4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5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cxn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6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7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cxn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8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9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cxn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0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1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2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3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cxn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4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cxn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75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476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cxn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7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cxn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8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9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cxn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0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cxn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1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cxn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2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3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cxn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4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5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86" name="PlaceHolder 1"/>
          <p:cNvSpPr>
            <a:spLocks noGrp="1"/>
          </p:cNvSpPr>
          <p:nvPr>
            <p:ph type="title"/>
          </p:nvPr>
        </p:nvSpPr>
        <p:spPr>
          <a:xfrm>
            <a:off x="9042480" y="609480"/>
            <a:ext cx="2004480" cy="51811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Master title style</a:t>
            </a:r>
          </a:p>
        </p:txBody>
      </p:sp>
      <p:sp>
        <p:nvSpPr>
          <p:cNvPr id="487" name="PlaceHolder 2"/>
          <p:cNvSpPr>
            <a:spLocks noGrp="1"/>
          </p:cNvSpPr>
          <p:nvPr>
            <p:ph type="body"/>
          </p:nvPr>
        </p:nvSpPr>
        <p:spPr>
          <a:xfrm>
            <a:off x="1141560" y="609480"/>
            <a:ext cx="7748280" cy="51811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5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</a:p>
          <a:p>
            <a:pPr marL="6858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</a:p>
          <a:p>
            <a:pPr marL="11430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</a:p>
          <a:p>
            <a:pPr marL="1600200" lvl="3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</a:p>
          <a:p>
            <a:pPr marL="2057400" lvl="4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</a:p>
        </p:txBody>
      </p:sp>
      <p:sp>
        <p:nvSpPr>
          <p:cNvPr id="488" name="PlaceHolder 3"/>
          <p:cNvSpPr>
            <a:spLocks noGrp="1"/>
          </p:cNvSpPr>
          <p:nvPr>
            <p:ph type="dt" idx="25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&lt;date/time&gt;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PlaceHolder 4"/>
          <p:cNvSpPr>
            <a:spLocks noGrp="1"/>
          </p:cNvSpPr>
          <p:nvPr>
            <p:ph type="ftr" idx="26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90" name="PlaceHolder 5"/>
          <p:cNvSpPr>
            <a:spLocks noGrp="1"/>
          </p:cNvSpPr>
          <p:nvPr>
            <p:ph type="sldNum" idx="27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0FD9D1E-9DF3-4800-885E-7D5F2973AE61}" type="slidenum"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‹#›</a:t>
            </a:fld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" name="Picture 2" descr="\\DROBO-FS\QuickDrops\JB\PPTX NG\Droplets\LightingOverlay.png"/>
          <p:cNvPicPr/>
          <p:nvPr/>
        </p:nvPicPr>
        <p:blipFill>
          <a:blip r:embed="rId2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92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493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494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5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6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7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cxn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8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9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cxn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0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1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2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3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cxn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4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cxn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5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44640" rIns="90000" bIns="-44640" anchor="t" anchorCtr="1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6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cxn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7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cxn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8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cxn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9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cxn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0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1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cxn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2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3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cxn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4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5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cxn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6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7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8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9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cxn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0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cxn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21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522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cxn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3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cxn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4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5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cxn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6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cxn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7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cxn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8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9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cxn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0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1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32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Master title style</a:t>
            </a:r>
          </a:p>
        </p:txBody>
      </p:sp>
      <p:sp>
        <p:nvSpPr>
          <p:cNvPr id="533" name="PlaceHolder 2"/>
          <p:cNvSpPr>
            <a:spLocks noGrp="1"/>
          </p:cNvSpPr>
          <p:nvPr>
            <p:ph type="body"/>
          </p:nvPr>
        </p:nvSpPr>
        <p:spPr>
          <a:xfrm>
            <a:off x="1141560" y="2249640"/>
            <a:ext cx="9905760" cy="354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5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</a:p>
          <a:p>
            <a:pPr marL="6858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</a:p>
          <a:p>
            <a:pPr marL="11430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</a:p>
          <a:p>
            <a:pPr marL="1600200" lvl="3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</a:p>
          <a:p>
            <a:pPr marL="2057400" lvl="4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</a:p>
        </p:txBody>
      </p:sp>
      <p:sp>
        <p:nvSpPr>
          <p:cNvPr id="534" name="PlaceHolder 3"/>
          <p:cNvSpPr>
            <a:spLocks noGrp="1"/>
          </p:cNvSpPr>
          <p:nvPr>
            <p:ph type="dt" idx="28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&lt;date/time&gt;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PlaceHolder 4"/>
          <p:cNvSpPr>
            <a:spLocks noGrp="1"/>
          </p:cNvSpPr>
          <p:nvPr>
            <p:ph type="ftr" idx="29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36" name="PlaceHolder 5"/>
          <p:cNvSpPr>
            <a:spLocks noGrp="1"/>
          </p:cNvSpPr>
          <p:nvPr>
            <p:ph type="sldNum" idx="30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17621C1-2B78-4528-9850-9310AB26F0F7}" type="slidenum"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‹#›</a:t>
            </a:fld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7" name="Picture 2" descr="\\DROBO-FS\QuickDrops\JB\PPTX NG\Droplets\LightingOverlay.png"/>
          <p:cNvPicPr/>
          <p:nvPr/>
        </p:nvPicPr>
        <p:blipFill>
          <a:blip r:embed="rId2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38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539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540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1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2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3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cxn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4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5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cxn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6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7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8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9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cxn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0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cxn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1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44640" rIns="90000" bIns="-44640" anchor="t" anchorCtr="1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2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cxn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3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cxn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4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cxn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5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cxn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6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7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cxn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8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9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cxn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0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1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cxn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2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3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4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5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cxn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6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cxn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67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568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cxn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9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cxn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0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1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cxn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2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cxn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3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cxn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4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5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cxn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6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7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78" name="PlaceHolder 1"/>
          <p:cNvSpPr>
            <a:spLocks noGrp="1"/>
          </p:cNvSpPr>
          <p:nvPr>
            <p:ph type="title"/>
          </p:nvPr>
        </p:nvSpPr>
        <p:spPr>
          <a:xfrm>
            <a:off x="1141560" y="1419120"/>
            <a:ext cx="990576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914400">
              <a:lnSpc>
                <a:spcPct val="90000"/>
              </a:lnSpc>
              <a:buNone/>
              <a:def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Master title style</a:t>
            </a:r>
          </a:p>
        </p:txBody>
      </p:sp>
      <p:sp>
        <p:nvSpPr>
          <p:cNvPr id="579" name="PlaceHolder 2"/>
          <p:cNvSpPr>
            <a:spLocks noGrp="1"/>
          </p:cNvSpPr>
          <p:nvPr>
            <p:ph type="body"/>
          </p:nvPr>
        </p:nvSpPr>
        <p:spPr>
          <a:xfrm>
            <a:off x="1141560" y="4424400"/>
            <a:ext cx="9905760" cy="137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 cap="all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 cap="all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Click to edit Master text styles</a:t>
            </a:r>
          </a:p>
        </p:txBody>
      </p:sp>
      <p:sp>
        <p:nvSpPr>
          <p:cNvPr id="580" name="PlaceHolder 3"/>
          <p:cNvSpPr>
            <a:spLocks noGrp="1"/>
          </p:cNvSpPr>
          <p:nvPr>
            <p:ph type="dt" idx="31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&lt;date/time&gt;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PlaceHolder 4"/>
          <p:cNvSpPr>
            <a:spLocks noGrp="1"/>
          </p:cNvSpPr>
          <p:nvPr>
            <p:ph type="ftr" idx="32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82" name="PlaceHolder 5"/>
          <p:cNvSpPr>
            <a:spLocks noGrp="1"/>
          </p:cNvSpPr>
          <p:nvPr>
            <p:ph type="sldNum" idx="33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3A62439-ED2E-40BD-BF05-C2988FA8979E}" type="slidenum"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‹#›</a:t>
            </a:fld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Picture 2" descr="\\DROBO-FS\QuickDrops\JB\PPTX NG\Droplets\LightingOverlay.png"/>
          <p:cNvPicPr/>
          <p:nvPr/>
        </p:nvPicPr>
        <p:blipFill>
          <a:blip r:embed="rId2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84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585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586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7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8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9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cxn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0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1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cxn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2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3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4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5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cxn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6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cxn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7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44640" rIns="90000" bIns="-44640" anchor="t" anchorCtr="1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8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cxn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9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cxn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0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cxn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1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cxn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2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3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cxn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4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5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cxn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6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7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cxn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8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9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0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1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cxn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2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cxn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613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614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cxn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5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cxn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6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7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cxn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8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cxn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9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cxn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0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1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cxn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2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3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24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Master title style</a:t>
            </a:r>
          </a:p>
        </p:txBody>
      </p:sp>
      <p:sp>
        <p:nvSpPr>
          <p:cNvPr id="625" name="PlaceHolder 2"/>
          <p:cNvSpPr>
            <a:spLocks noGrp="1"/>
          </p:cNvSpPr>
          <p:nvPr>
            <p:ph type="body"/>
          </p:nvPr>
        </p:nvSpPr>
        <p:spPr>
          <a:xfrm>
            <a:off x="1141560" y="2249640"/>
            <a:ext cx="4878000" cy="354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5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</a:p>
          <a:p>
            <a:pPr marL="6858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</a:p>
          <a:p>
            <a:pPr marL="11430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</a:p>
          <a:p>
            <a:pPr marL="1600200" lvl="3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</a:p>
          <a:p>
            <a:pPr marL="2057400" lvl="4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</a:p>
        </p:txBody>
      </p:sp>
      <p:sp>
        <p:nvSpPr>
          <p:cNvPr id="626" name="PlaceHolder 3"/>
          <p:cNvSpPr>
            <a:spLocks noGrp="1"/>
          </p:cNvSpPr>
          <p:nvPr>
            <p:ph type="body"/>
          </p:nvPr>
        </p:nvSpPr>
        <p:spPr>
          <a:xfrm>
            <a:off x="6172200" y="2249640"/>
            <a:ext cx="4874760" cy="354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5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</a:p>
          <a:p>
            <a:pPr marL="6858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</a:p>
          <a:p>
            <a:pPr marL="11430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</a:p>
          <a:p>
            <a:pPr marL="1600200" lvl="3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</a:p>
          <a:p>
            <a:pPr marL="2057400" lvl="4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</a:p>
        </p:txBody>
      </p:sp>
      <p:sp>
        <p:nvSpPr>
          <p:cNvPr id="627" name="PlaceHolder 4"/>
          <p:cNvSpPr>
            <a:spLocks noGrp="1"/>
          </p:cNvSpPr>
          <p:nvPr>
            <p:ph type="dt" idx="34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&lt;date/time&gt;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PlaceHolder 5"/>
          <p:cNvSpPr>
            <a:spLocks noGrp="1"/>
          </p:cNvSpPr>
          <p:nvPr>
            <p:ph type="ftr" idx="35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29" name="PlaceHolder 6"/>
          <p:cNvSpPr>
            <a:spLocks noGrp="1"/>
          </p:cNvSpPr>
          <p:nvPr>
            <p:ph type="sldNum" idx="36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9599B4D-1E83-4DD0-913B-C309F80EF8E0}" type="slidenum"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‹#›</a:t>
            </a:fld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0" name="Picture 2" descr="\\DROBO-FS\QuickDrops\JB\PPTX NG\Droplets\LightingOverlay.png"/>
          <p:cNvPicPr/>
          <p:nvPr/>
        </p:nvPicPr>
        <p:blipFill>
          <a:blip r:embed="rId2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31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632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633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4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5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6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cxn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7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8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cxn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9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0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1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2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cxn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3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cxn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4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44640" rIns="90000" bIns="-44640" anchor="t" anchorCtr="1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5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cxn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6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cxn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7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cxn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8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cxn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9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0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cxn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1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2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cxn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3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4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cxn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5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6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7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8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cxn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9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cxn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660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661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cxn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2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cxn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3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4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cxn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5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cxn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6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cxn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7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8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cxn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9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0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71" name="PlaceHolder 1"/>
          <p:cNvSpPr>
            <a:spLocks noGrp="1"/>
          </p:cNvSpPr>
          <p:nvPr>
            <p:ph type="title"/>
          </p:nvPr>
        </p:nvSpPr>
        <p:spPr>
          <a:xfrm>
            <a:off x="1141560" y="619200"/>
            <a:ext cx="9905760" cy="1477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Master title style</a:t>
            </a:r>
          </a:p>
        </p:txBody>
      </p:sp>
      <p:sp>
        <p:nvSpPr>
          <p:cNvPr id="672" name="PlaceHolder 2"/>
          <p:cNvSpPr>
            <a:spLocks noGrp="1"/>
          </p:cNvSpPr>
          <p:nvPr>
            <p:ph type="body"/>
          </p:nvPr>
        </p:nvSpPr>
        <p:spPr>
          <a:xfrm>
            <a:off x="1370160" y="2249640"/>
            <a:ext cx="464940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673" name="PlaceHolder 3"/>
          <p:cNvSpPr>
            <a:spLocks noGrp="1"/>
          </p:cNvSpPr>
          <p:nvPr>
            <p:ph type="body"/>
          </p:nvPr>
        </p:nvSpPr>
        <p:spPr>
          <a:xfrm>
            <a:off x="1141560" y="3073320"/>
            <a:ext cx="4878000" cy="271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5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</a:p>
          <a:p>
            <a:pPr marL="6858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</a:p>
          <a:p>
            <a:pPr marL="11430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</a:p>
          <a:p>
            <a:pPr marL="1600200" lvl="3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</a:p>
          <a:p>
            <a:pPr marL="2057400" lvl="4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</a:p>
        </p:txBody>
      </p:sp>
      <p:sp>
        <p:nvSpPr>
          <p:cNvPr id="674" name="PlaceHolder 4"/>
          <p:cNvSpPr>
            <a:spLocks noGrp="1"/>
          </p:cNvSpPr>
          <p:nvPr>
            <p:ph type="body"/>
          </p:nvPr>
        </p:nvSpPr>
        <p:spPr>
          <a:xfrm>
            <a:off x="6400800" y="2249640"/>
            <a:ext cx="46461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675" name="PlaceHolder 5"/>
          <p:cNvSpPr>
            <a:spLocks noGrp="1"/>
          </p:cNvSpPr>
          <p:nvPr>
            <p:ph type="body"/>
          </p:nvPr>
        </p:nvSpPr>
        <p:spPr>
          <a:xfrm>
            <a:off x="6172200" y="3073320"/>
            <a:ext cx="4874760" cy="271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5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</a:p>
          <a:p>
            <a:pPr marL="6858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</a:p>
          <a:p>
            <a:pPr marL="11430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</a:p>
          <a:p>
            <a:pPr marL="1600200" lvl="3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</a:p>
          <a:p>
            <a:pPr marL="2057400" lvl="4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</a:p>
        </p:txBody>
      </p:sp>
      <p:sp>
        <p:nvSpPr>
          <p:cNvPr id="676" name="PlaceHolder 6"/>
          <p:cNvSpPr>
            <a:spLocks noGrp="1"/>
          </p:cNvSpPr>
          <p:nvPr>
            <p:ph type="dt" idx="37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&lt;date/time&gt;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PlaceHolder 7"/>
          <p:cNvSpPr>
            <a:spLocks noGrp="1"/>
          </p:cNvSpPr>
          <p:nvPr>
            <p:ph type="ftr" idx="38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78" name="PlaceHolder 8"/>
          <p:cNvSpPr>
            <a:spLocks noGrp="1"/>
          </p:cNvSpPr>
          <p:nvPr>
            <p:ph type="sldNum" idx="39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3E7E0F7-B1B9-4B3D-8DB1-52B87A7ADF1B}" type="slidenum"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‹#›</a:t>
            </a:fld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9" name="Picture 2" descr="\\DROBO-FS\QuickDrops\JB\PPTX NG\Droplets\LightingOverlay.png"/>
          <p:cNvPicPr/>
          <p:nvPr/>
        </p:nvPicPr>
        <p:blipFill>
          <a:blip r:embed="rId2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80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681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682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3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4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5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cxn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6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7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cxn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8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9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0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1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cxn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2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cxn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3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44640" rIns="90000" bIns="-44640" anchor="t" anchorCtr="1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4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cxn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5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cxn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6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cxn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7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cxn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8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9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cxn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0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1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cxn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2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3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cxn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4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5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6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7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cxn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8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cxn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709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710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cxn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1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cxn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2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3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cxn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4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cxn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5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cxn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6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7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cxn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8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9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20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Master title style</a:t>
            </a:r>
          </a:p>
        </p:txBody>
      </p:sp>
      <p:sp>
        <p:nvSpPr>
          <p:cNvPr id="721" name="PlaceHolder 2"/>
          <p:cNvSpPr>
            <a:spLocks noGrp="1"/>
          </p:cNvSpPr>
          <p:nvPr>
            <p:ph type="dt" idx="40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&lt;date/time&gt;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PlaceHolder 3"/>
          <p:cNvSpPr>
            <a:spLocks noGrp="1"/>
          </p:cNvSpPr>
          <p:nvPr>
            <p:ph type="ftr" idx="41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723" name="PlaceHolder 4"/>
          <p:cNvSpPr>
            <a:spLocks noGrp="1"/>
          </p:cNvSpPr>
          <p:nvPr>
            <p:ph type="sldNum" idx="42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2203157-2E89-4D70-BC8F-84F10957304A}" type="slidenum"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‹#›</a:t>
            </a:fld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4" name="Picture 2" descr="\\DROBO-FS\QuickDrops\JB\PPTX NG\Droplets\LightingOverlay.png"/>
          <p:cNvPicPr/>
          <p:nvPr/>
        </p:nvPicPr>
        <p:blipFill>
          <a:blip r:embed="rId2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25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726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727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8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9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0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cxn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1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2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cxn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3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4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5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6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cxn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7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cxn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8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44640" rIns="90000" bIns="-44640" anchor="t" anchorCtr="1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9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cxn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0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cxn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1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cxn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2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cxn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3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4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cxn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5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6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cxn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7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8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cxn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9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0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1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2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cxn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3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cxn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754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755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cxn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6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cxn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7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8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cxn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9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cxn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0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cxn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1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2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cxn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3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4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65" name="PlaceHolder 1"/>
          <p:cNvSpPr>
            <a:spLocks noGrp="1"/>
          </p:cNvSpPr>
          <p:nvPr>
            <p:ph type="dt" idx="43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&lt;date/time&gt;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6" name="PlaceHolder 2"/>
          <p:cNvSpPr>
            <a:spLocks noGrp="1"/>
          </p:cNvSpPr>
          <p:nvPr>
            <p:ph type="ftr" idx="44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767" name="PlaceHolder 3"/>
          <p:cNvSpPr>
            <a:spLocks noGrp="1"/>
          </p:cNvSpPr>
          <p:nvPr>
            <p:ph type="sldNum" idx="45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36D8F71-3C09-4146-ADFC-793A2CD50850}" type="slidenum"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‹#›</a:t>
            </a:fld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" name="Picture 2" descr="\\DROBO-FS\QuickDrops\JB\PPTX NG\Droplets\LightingOverlay.png"/>
          <p:cNvPicPr/>
          <p:nvPr/>
        </p:nvPicPr>
        <p:blipFill>
          <a:blip r:embed="rId2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69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770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771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2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3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4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cxn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5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6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cxn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7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8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9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0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cxn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1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cxn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2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44640" rIns="90000" bIns="-44640" anchor="t" anchorCtr="1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3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cxn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4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cxn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5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cxn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6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cxn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7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8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cxn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9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0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cxn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1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2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cxn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3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4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5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6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cxn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7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cxn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798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799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cxn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0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cxn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1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2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cxn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3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cxn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4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cxn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5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6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cxn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7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8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09" name="PlaceHolder 1"/>
          <p:cNvSpPr>
            <a:spLocks noGrp="1"/>
          </p:cNvSpPr>
          <p:nvPr>
            <p:ph type="title"/>
          </p:nvPr>
        </p:nvSpPr>
        <p:spPr>
          <a:xfrm>
            <a:off x="1146600" y="609480"/>
            <a:ext cx="3855600" cy="1639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2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2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Master title style</a:t>
            </a:r>
          </a:p>
        </p:txBody>
      </p:sp>
      <p:sp>
        <p:nvSpPr>
          <p:cNvPr id="810" name="PlaceHolder 2"/>
          <p:cNvSpPr>
            <a:spLocks noGrp="1"/>
          </p:cNvSpPr>
          <p:nvPr>
            <p:ph type="body"/>
          </p:nvPr>
        </p:nvSpPr>
        <p:spPr>
          <a:xfrm>
            <a:off x="5156280" y="592560"/>
            <a:ext cx="5890680" cy="5198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5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</a:p>
          <a:p>
            <a:pPr marL="6858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</a:p>
          <a:p>
            <a:pPr marL="11430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</a:p>
          <a:p>
            <a:pPr marL="1600200" lvl="3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</a:p>
          <a:p>
            <a:pPr marL="2057400" lvl="4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</a:p>
        </p:txBody>
      </p:sp>
      <p:sp>
        <p:nvSpPr>
          <p:cNvPr id="811" name="PlaceHolder 3"/>
          <p:cNvSpPr>
            <a:spLocks noGrp="1"/>
          </p:cNvSpPr>
          <p:nvPr>
            <p:ph type="body"/>
          </p:nvPr>
        </p:nvSpPr>
        <p:spPr>
          <a:xfrm>
            <a:off x="1146600" y="2249640"/>
            <a:ext cx="3855600" cy="354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</a:p>
        </p:txBody>
      </p:sp>
      <p:sp>
        <p:nvSpPr>
          <p:cNvPr id="812" name="PlaceHolder 4"/>
          <p:cNvSpPr>
            <a:spLocks noGrp="1"/>
          </p:cNvSpPr>
          <p:nvPr>
            <p:ph type="dt" idx="46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&lt;date/time&gt;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3" name="PlaceHolder 5"/>
          <p:cNvSpPr>
            <a:spLocks noGrp="1"/>
          </p:cNvSpPr>
          <p:nvPr>
            <p:ph type="ftr" idx="47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814" name="PlaceHolder 6"/>
          <p:cNvSpPr>
            <a:spLocks noGrp="1"/>
          </p:cNvSpPr>
          <p:nvPr>
            <p:ph type="sldNum" idx="48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3C16715-7166-45B2-85D8-5B4B6F2FF91E}" type="slidenum"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‹#›</a:t>
            </a:fld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5" name="Picture 2" descr="\\DROBO-FS\QuickDrops\JB\PPTX NG\Droplets\LightingOverlay.png"/>
          <p:cNvPicPr/>
          <p:nvPr/>
        </p:nvPicPr>
        <p:blipFill>
          <a:blip r:embed="rId2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16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817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818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9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0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1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cxn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2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3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cxn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4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5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6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7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cxn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8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cxn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9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44640" rIns="90000" bIns="-44640" anchor="t" anchorCtr="1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0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cxn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1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cxn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2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cxn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3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cxn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4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5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cxn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6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7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cxn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8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9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cxn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0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1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2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3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cxn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4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cxn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845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846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cxn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7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cxn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8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9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cxn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0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cxn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1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cxn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2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3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cxn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4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5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56" name="PlaceHolder 1"/>
          <p:cNvSpPr>
            <a:spLocks noGrp="1"/>
          </p:cNvSpPr>
          <p:nvPr>
            <p:ph type="title"/>
          </p:nvPr>
        </p:nvSpPr>
        <p:spPr>
          <a:xfrm>
            <a:off x="1141560" y="609480"/>
            <a:ext cx="5934240" cy="1639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2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2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Master title style</a:t>
            </a:r>
          </a:p>
        </p:txBody>
      </p:sp>
      <p:sp>
        <p:nvSpPr>
          <p:cNvPr id="857" name="PlaceHolder 2"/>
          <p:cNvSpPr>
            <a:spLocks noGrp="1"/>
          </p:cNvSpPr>
          <p:nvPr>
            <p:ph type="body"/>
          </p:nvPr>
        </p:nvSpPr>
        <p:spPr>
          <a:xfrm>
            <a:off x="7380720" y="609480"/>
            <a:ext cx="3666240" cy="5181120"/>
          </a:xfrm>
          <a:prstGeom prst="rect">
            <a:avLst/>
          </a:prstGeom>
          <a:noFill/>
          <a:ln w="19080" cap="sq">
            <a:solidFill>
              <a:schemeClr val="dk2">
                <a:lumMod val="60000"/>
                <a:lumOff val="40000"/>
                <a:alpha val="60000"/>
              </a:schemeClr>
            </a:solidFill>
            <a:miter/>
          </a:ln>
          <a:effectLst>
            <a:outerShdw blurRad="88920" dist="38160" dir="5400000" rotWithShape="0">
              <a:srgbClr val="000000">
                <a:alpha val="40000"/>
              </a:srgbClr>
            </a:outerShdw>
          </a:effectLst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icon to add picture</a:t>
            </a:r>
          </a:p>
        </p:txBody>
      </p:sp>
      <p:sp>
        <p:nvSpPr>
          <p:cNvPr id="858" name="PlaceHolder 3"/>
          <p:cNvSpPr>
            <a:spLocks noGrp="1"/>
          </p:cNvSpPr>
          <p:nvPr>
            <p:ph type="body"/>
          </p:nvPr>
        </p:nvSpPr>
        <p:spPr>
          <a:xfrm>
            <a:off x="1141560" y="2249640"/>
            <a:ext cx="5934240" cy="354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</a:p>
        </p:txBody>
      </p:sp>
      <p:sp>
        <p:nvSpPr>
          <p:cNvPr id="859" name="PlaceHolder 4"/>
          <p:cNvSpPr>
            <a:spLocks noGrp="1"/>
          </p:cNvSpPr>
          <p:nvPr>
            <p:ph type="dt" idx="49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&lt;date/time&gt;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0" name="PlaceHolder 5"/>
          <p:cNvSpPr>
            <a:spLocks noGrp="1"/>
          </p:cNvSpPr>
          <p:nvPr>
            <p:ph type="ftr" idx="50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861" name="PlaceHolder 6"/>
          <p:cNvSpPr>
            <a:spLocks noGrp="1"/>
          </p:cNvSpPr>
          <p:nvPr>
            <p:ph type="sldNum" idx="51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3F48B67-083C-4257-9FA5-A903D59CE46D}" type="slidenum"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‹#›</a:t>
            </a:fld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endParaRPr lang="en-US" sz="3600" b="0" u="none" strike="noStrike" cap="all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910" name="PlaceHolder 2"/>
          <p:cNvSpPr>
            <a:spLocks noGrp="1"/>
          </p:cNvSpPr>
          <p:nvPr>
            <p:ph type="subTitle"/>
          </p:nvPr>
        </p:nvSpPr>
        <p:spPr>
          <a:xfrm>
            <a:off x="1141560" y="2249640"/>
            <a:ext cx="4878000" cy="354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4"/>
          </p:nvPr>
        </p:nvSpPr>
        <p:spPr/>
        <p:txBody>
          <a:bodyPr/>
          <a:lstStyle/>
          <a:p>
            <a:fld id="{27B48C86-F860-48AD-AB30-B049C47337F2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5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endParaRPr lang="en-US" sz="3600" b="0" u="none" strike="noStrike" cap="all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912" name="PlaceHolder 2"/>
          <p:cNvSpPr>
            <a:spLocks noGrp="1"/>
          </p:cNvSpPr>
          <p:nvPr>
            <p:ph/>
          </p:nvPr>
        </p:nvSpPr>
        <p:spPr>
          <a:xfrm>
            <a:off x="1141560" y="2249640"/>
            <a:ext cx="2380320" cy="354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913" name="PlaceHolder 3"/>
          <p:cNvSpPr>
            <a:spLocks noGrp="1"/>
          </p:cNvSpPr>
          <p:nvPr>
            <p:ph/>
          </p:nvPr>
        </p:nvSpPr>
        <p:spPr>
          <a:xfrm>
            <a:off x="3641400" y="2249640"/>
            <a:ext cx="2380320" cy="354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4"/>
          </p:nvPr>
        </p:nvSpPr>
        <p:spPr/>
        <p:txBody>
          <a:bodyPr/>
          <a:lstStyle/>
          <a:p>
            <a:fld id="{357E943B-02CA-415A-8435-74E6CC15A1ED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5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\\DROBO-FS\QuickDrops\JB\PPTX NG\Droplets\LightingOverlay.png" hidden="1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4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5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cxn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cxn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cxn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cxn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44640" rIns="90000" bIns="-44640" anchor="t" anchorCtr="1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cxn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cxn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cxn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cxn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cxn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cxn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cxn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cxn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cxn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2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33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cxn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cxn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cxn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cxn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cxn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cxn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43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4" name="Group 10"/>
          <p:cNvGrpSpPr/>
          <p:nvPr/>
        </p:nvGrpSpPr>
        <p:grpSpPr>
          <a:xfrm>
            <a:off x="0" y="0"/>
            <a:ext cx="2304720" cy="6857640"/>
            <a:chOff x="0" y="0"/>
            <a:chExt cx="2304720" cy="6857640"/>
          </a:xfrm>
        </p:grpSpPr>
        <p:sp>
          <p:nvSpPr>
            <p:cNvPr id="45" name="Rectangle 5"/>
            <p:cNvSpPr/>
            <p:nvPr/>
          </p:nvSpPr>
          <p:spPr>
            <a:xfrm>
              <a:off x="1209600" y="4680"/>
              <a:ext cx="23400" cy="2180880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" name="Freeform 6"/>
            <p:cNvSpPr/>
            <p:nvPr/>
          </p:nvSpPr>
          <p:spPr>
            <a:xfrm>
              <a:off x="1128600" y="217656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" name="Freeform 7"/>
            <p:cNvSpPr/>
            <p:nvPr/>
          </p:nvSpPr>
          <p:spPr>
            <a:xfrm>
              <a:off x="1123920" y="4021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" name="Rectangle 8"/>
            <p:cNvSpPr/>
            <p:nvPr/>
          </p:nvSpPr>
          <p:spPr>
            <a:xfrm>
              <a:off x="414360" y="9360"/>
              <a:ext cx="28080" cy="4481280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Freeform 9"/>
            <p:cNvSpPr/>
            <p:nvPr/>
          </p:nvSpPr>
          <p:spPr>
            <a:xfrm>
              <a:off x="333360" y="4481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Freeform 10"/>
            <p:cNvSpPr/>
            <p:nvPr/>
          </p:nvSpPr>
          <p:spPr>
            <a:xfrm>
              <a:off x="190440" y="9360"/>
              <a:ext cx="151920" cy="907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07560"/>
                <a:gd name="textAreaBottom" fmla="*/ 907920 h 907560"/>
              </a:gdLst>
              <a:ahLst/>
              <a:cxnLst/>
              <a:rect l="textAreaLeft" t="textAreaTop" r="textAreaRight" b="textAreaBottom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" name="Freeform 11"/>
            <p:cNvSpPr/>
            <p:nvPr/>
          </p:nvSpPr>
          <p:spPr>
            <a:xfrm>
              <a:off x="1290600" y="14400"/>
              <a:ext cx="375840" cy="1801440"/>
            </a:xfrm>
            <a:custGeom>
              <a:avLst/>
              <a:gdLst>
                <a:gd name="textAreaLeft" fmla="*/ 0 w 375840"/>
                <a:gd name="textAreaRight" fmla="*/ 376200 w 375840"/>
                <a:gd name="textAreaTop" fmla="*/ 0 h 1801440"/>
                <a:gd name="textAreaBottom" fmla="*/ 1801800 h 1801440"/>
              </a:gdLst>
              <a:ahLst/>
              <a:cxnLst/>
              <a:rect l="textAreaLeft" t="textAreaTop" r="textAreaRight" b="textAreaBottom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Freeform 12"/>
            <p:cNvSpPr/>
            <p:nvPr/>
          </p:nvSpPr>
          <p:spPr>
            <a:xfrm>
              <a:off x="1600200" y="18018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" name="Freeform 13"/>
            <p:cNvSpPr/>
            <p:nvPr/>
          </p:nvSpPr>
          <p:spPr>
            <a:xfrm>
              <a:off x="1380960" y="9360"/>
              <a:ext cx="371160" cy="1425240"/>
            </a:xfrm>
            <a:custGeom>
              <a:avLst/>
              <a:gdLst>
                <a:gd name="textAreaLeft" fmla="*/ 0 w 371160"/>
                <a:gd name="textAreaRight" fmla="*/ 371520 w 371160"/>
                <a:gd name="textAreaTop" fmla="*/ 0 h 1425240"/>
                <a:gd name="textAreaBottom" fmla="*/ 1425600 h 1425240"/>
              </a:gdLst>
              <a:ahLst/>
              <a:cxnLst/>
              <a:rect l="textAreaLeft" t="textAreaTop" r="textAreaRight" b="textAreaBottom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Freeform 14"/>
            <p:cNvSpPr/>
            <p:nvPr/>
          </p:nvSpPr>
          <p:spPr>
            <a:xfrm>
              <a:off x="1643040" y="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cxnLst/>
              <a:rect l="textAreaLeft" t="textAreaTop" r="textAreaRight" b="textAreaBottom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Freeform 15"/>
            <p:cNvSpPr/>
            <p:nvPr/>
          </p:nvSpPr>
          <p:spPr>
            <a:xfrm>
              <a:off x="1685880" y="14209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Freeform 16"/>
            <p:cNvSpPr/>
            <p:nvPr/>
          </p:nvSpPr>
          <p:spPr>
            <a:xfrm>
              <a:off x="168588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" name="Freeform 17"/>
            <p:cNvSpPr/>
            <p:nvPr/>
          </p:nvSpPr>
          <p:spPr>
            <a:xfrm>
              <a:off x="1743120" y="4680"/>
              <a:ext cx="418680" cy="522000"/>
            </a:xfrm>
            <a:custGeom>
              <a:avLst/>
              <a:gdLst>
                <a:gd name="textAreaLeft" fmla="*/ 0 w 418680"/>
                <a:gd name="textAreaRight" fmla="*/ 419040 w 418680"/>
                <a:gd name="textAreaTop" fmla="*/ 0 h 522000"/>
                <a:gd name="textAreaBottom" fmla="*/ 522360 h 522000"/>
              </a:gdLst>
              <a:ahLst/>
              <a:cxnLst/>
              <a:rect l="textAreaLeft" t="textAreaTop" r="textAreaRight" b="textAreaBottom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" name="Freeform 18"/>
            <p:cNvSpPr/>
            <p:nvPr/>
          </p:nvSpPr>
          <p:spPr>
            <a:xfrm>
              <a:off x="2119320" y="488880"/>
              <a:ext cx="161640" cy="14724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7240"/>
                <a:gd name="textAreaBottom" fmla="*/ 147600 h 147240"/>
              </a:gdLst>
              <a:ahLst/>
              <a:cxnLst/>
              <a:rect l="textAreaLeft" t="textAreaTop" r="textAreaRight" b="textAreaBottom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Freeform 19"/>
            <p:cNvSpPr/>
            <p:nvPr/>
          </p:nvSpPr>
          <p:spPr>
            <a:xfrm>
              <a:off x="952560" y="4680"/>
              <a:ext cx="151920" cy="907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07560"/>
                <a:gd name="textAreaBottom" fmla="*/ 907920 h 907560"/>
              </a:gdLst>
              <a:ahLst/>
              <a:cxnLst/>
              <a:rect l="textAreaLeft" t="textAreaTop" r="textAreaRight" b="textAreaBottom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" name="Freeform 20"/>
            <p:cNvSpPr/>
            <p:nvPr/>
          </p:nvSpPr>
          <p:spPr>
            <a:xfrm>
              <a:off x="86688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Freeform 21"/>
            <p:cNvSpPr/>
            <p:nvPr/>
          </p:nvSpPr>
          <p:spPr>
            <a:xfrm>
              <a:off x="890640" y="15541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Freeform 22"/>
            <p:cNvSpPr/>
            <p:nvPr/>
          </p:nvSpPr>
          <p:spPr>
            <a:xfrm>
              <a:off x="738360" y="5622840"/>
              <a:ext cx="337680" cy="1215720"/>
            </a:xfrm>
            <a:custGeom>
              <a:avLst/>
              <a:gdLst>
                <a:gd name="textAreaLeft" fmla="*/ 0 w 337680"/>
                <a:gd name="textAreaRight" fmla="*/ 338040 w 337680"/>
                <a:gd name="textAreaTop" fmla="*/ 0 h 1215720"/>
                <a:gd name="textAreaBottom" fmla="*/ 1216080 h 1215720"/>
              </a:gdLst>
              <a:ahLst/>
              <a:cxnLst/>
              <a:rect l="textAreaLeft" t="textAreaTop" r="textAreaRight" b="textAreaBottom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" name="Freeform 23"/>
            <p:cNvSpPr/>
            <p:nvPr/>
          </p:nvSpPr>
          <p:spPr>
            <a:xfrm>
              <a:off x="647640" y="5479920"/>
              <a:ext cx="156960" cy="15696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6960"/>
                <a:gd name="textAreaBottom" fmla="*/ 157320 h 156960"/>
              </a:gdLst>
              <a:ahLst/>
              <a:cxnLst/>
              <a:rect l="textAreaLeft" t="textAreaTop" r="textAreaRight" b="textAreaBottom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Freeform 24"/>
            <p:cNvSpPr/>
            <p:nvPr/>
          </p:nvSpPr>
          <p:spPr>
            <a:xfrm>
              <a:off x="6660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" name="Freeform 25"/>
            <p:cNvSpPr/>
            <p:nvPr/>
          </p:nvSpPr>
          <p:spPr>
            <a:xfrm>
              <a:off x="0" y="3897360"/>
              <a:ext cx="132840" cy="26640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66400"/>
                <a:gd name="textAreaBottom" fmla="*/ 266760 h 266400"/>
              </a:gdLst>
              <a:ahLst/>
              <a:cxnLst/>
              <a:rect l="textAreaLeft" t="textAreaTop" r="textAreaRight" b="textAreaBottom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Freeform 26"/>
            <p:cNvSpPr/>
            <p:nvPr/>
          </p:nvSpPr>
          <p:spPr>
            <a:xfrm>
              <a:off x="66600" y="414972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Freeform 27"/>
            <p:cNvSpPr/>
            <p:nvPr/>
          </p:nvSpPr>
          <p:spPr>
            <a:xfrm>
              <a:off x="0" y="1644480"/>
              <a:ext cx="132840" cy="26964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69640"/>
                <a:gd name="textAreaBottom" fmla="*/ 270000 h 269640"/>
              </a:gdLst>
              <a:ahLst/>
              <a:cxnLst/>
              <a:rect l="textAreaLeft" t="textAreaTop" r="textAreaRight" b="textAreaBottom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Freeform 28"/>
            <p:cNvSpPr/>
            <p:nvPr/>
          </p:nvSpPr>
          <p:spPr>
            <a:xfrm>
              <a:off x="66600" y="14684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Freeform 29"/>
            <p:cNvSpPr/>
            <p:nvPr/>
          </p:nvSpPr>
          <p:spPr>
            <a:xfrm>
              <a:off x="695160" y="4680"/>
              <a:ext cx="309240" cy="1558440"/>
            </a:xfrm>
            <a:custGeom>
              <a:avLst/>
              <a:gdLst>
                <a:gd name="textAreaLeft" fmla="*/ 0 w 309240"/>
                <a:gd name="textAreaRight" fmla="*/ 309600 w 309240"/>
                <a:gd name="textAreaTop" fmla="*/ 0 h 1558440"/>
                <a:gd name="textAreaBottom" fmla="*/ 1558800 h 1558440"/>
              </a:gdLst>
              <a:ahLst/>
              <a:cxnLst/>
              <a:rect l="textAreaLeft" t="textAreaTop" r="textAreaRight" b="textAreaBottom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Freeform 30"/>
            <p:cNvSpPr/>
            <p:nvPr/>
          </p:nvSpPr>
          <p:spPr>
            <a:xfrm>
              <a:off x="57240" y="48816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Freeform 31"/>
            <p:cNvSpPr/>
            <p:nvPr/>
          </p:nvSpPr>
          <p:spPr>
            <a:xfrm>
              <a:off x="138240" y="5060880"/>
              <a:ext cx="304560" cy="177768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777680"/>
                <a:gd name="textAreaBottom" fmla="*/ 1778040 h 1777680"/>
              </a:gdLst>
              <a:ahLst/>
              <a:cxnLst/>
              <a:rect l="textAreaLeft" t="textAreaTop" r="textAreaRight" b="textAreaBottom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Freeform 32"/>
            <p:cNvSpPr/>
            <p:nvPr/>
          </p:nvSpPr>
          <p:spPr>
            <a:xfrm>
              <a:off x="561960" y="643104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Rectangle 33"/>
            <p:cNvSpPr/>
            <p:nvPr/>
          </p:nvSpPr>
          <p:spPr>
            <a:xfrm>
              <a:off x="642960" y="6610320"/>
              <a:ext cx="23400" cy="242640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Freeform 34"/>
            <p:cNvSpPr/>
            <p:nvPr/>
          </p:nvSpPr>
          <p:spPr>
            <a:xfrm>
              <a:off x="76320" y="643104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Freeform 35"/>
            <p:cNvSpPr/>
            <p:nvPr/>
          </p:nvSpPr>
          <p:spPr>
            <a:xfrm>
              <a:off x="0" y="5978520"/>
              <a:ext cx="190080" cy="46152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461520"/>
                <a:gd name="textAreaBottom" fmla="*/ 461880 h 461520"/>
              </a:gdLst>
              <a:ahLst/>
              <a:cxnLst/>
              <a:rect l="textAreaLeft" t="textAreaTop" r="textAreaRight" b="textAreaBottom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Freeform 36"/>
            <p:cNvSpPr/>
            <p:nvPr/>
          </p:nvSpPr>
          <p:spPr>
            <a:xfrm>
              <a:off x="1014480" y="1801800"/>
              <a:ext cx="213840" cy="755280"/>
            </a:xfrm>
            <a:custGeom>
              <a:avLst/>
              <a:gdLst>
                <a:gd name="textAreaLeft" fmla="*/ 0 w 213840"/>
                <a:gd name="textAreaRight" fmla="*/ 214200 w 213840"/>
                <a:gd name="textAreaTop" fmla="*/ 0 h 755280"/>
                <a:gd name="textAreaBottom" fmla="*/ 755640 h 755280"/>
              </a:gdLst>
              <a:ahLst/>
              <a:cxnLst/>
              <a:rect l="textAreaLeft" t="textAreaTop" r="textAreaRight" b="textAreaBottom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Freeform 37"/>
            <p:cNvSpPr/>
            <p:nvPr/>
          </p:nvSpPr>
          <p:spPr>
            <a:xfrm>
              <a:off x="938160" y="2548080"/>
              <a:ext cx="166320" cy="159840"/>
            </a:xfrm>
            <a:custGeom>
              <a:avLst/>
              <a:gdLst>
                <a:gd name="textAreaLeft" fmla="*/ 0 w 166320"/>
                <a:gd name="textAreaRight" fmla="*/ 166680 w 166320"/>
                <a:gd name="textAreaTop" fmla="*/ 0 h 159840"/>
                <a:gd name="textAreaBottom" fmla="*/ 160200 h 159840"/>
              </a:gdLst>
              <a:ahLst/>
              <a:cxnLst/>
              <a:rect l="textAreaLeft" t="textAreaTop" r="textAreaRight" b="textAreaBottom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Freeform 38"/>
            <p:cNvSpPr/>
            <p:nvPr/>
          </p:nvSpPr>
          <p:spPr>
            <a:xfrm>
              <a:off x="595440" y="4680"/>
              <a:ext cx="637920" cy="4025520"/>
            </a:xfrm>
            <a:custGeom>
              <a:avLst/>
              <a:gdLst>
                <a:gd name="textAreaLeft" fmla="*/ 0 w 637920"/>
                <a:gd name="textAreaRight" fmla="*/ 638280 w 637920"/>
                <a:gd name="textAreaTop" fmla="*/ 0 h 4025520"/>
                <a:gd name="textAreaBottom" fmla="*/ 4025880 h 4025520"/>
              </a:gdLst>
              <a:ahLst/>
              <a:cxnLst/>
              <a:rect l="textAreaLeft" t="textAreaTop" r="textAreaRight" b="textAreaBottom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" name="Freeform 39"/>
            <p:cNvSpPr/>
            <p:nvPr/>
          </p:nvSpPr>
          <p:spPr>
            <a:xfrm>
              <a:off x="1224000" y="1382760"/>
              <a:ext cx="142560" cy="47592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475920"/>
                <a:gd name="textAreaBottom" fmla="*/ 476280 h 475920"/>
              </a:gdLst>
              <a:ahLst/>
              <a:cxnLst/>
              <a:rect l="textAreaLeft" t="textAreaTop" r="textAreaRight" b="textAreaBottom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Freeform 40"/>
            <p:cNvSpPr/>
            <p:nvPr/>
          </p:nvSpPr>
          <p:spPr>
            <a:xfrm>
              <a:off x="1300320" y="1849320"/>
              <a:ext cx="109080" cy="107640"/>
            </a:xfrm>
            <a:custGeom>
              <a:avLst/>
              <a:gdLst>
                <a:gd name="textAreaLeft" fmla="*/ 0 w 109080"/>
                <a:gd name="textAreaRight" fmla="*/ 109440 w 109080"/>
                <a:gd name="textAreaTop" fmla="*/ 0 h 107640"/>
                <a:gd name="textAreaBottom" fmla="*/ 108000 h 107640"/>
              </a:gdLst>
              <a:ahLst/>
              <a:cxnLst/>
              <a:rect l="textAreaLeft" t="textAreaTop" r="textAreaRight" b="textAreaBottom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Freeform 41"/>
            <p:cNvSpPr/>
            <p:nvPr/>
          </p:nvSpPr>
          <p:spPr>
            <a:xfrm>
              <a:off x="281160" y="3417840"/>
              <a:ext cx="142560" cy="47448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474480"/>
                <a:gd name="textAreaBottom" fmla="*/ 474840 h 474480"/>
              </a:gdLst>
              <a:ahLst/>
              <a:cxnLst/>
              <a:rect l="textAreaLeft" t="textAreaTop" r="textAreaRight" b="textAreaBottom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Freeform 42"/>
            <p:cNvSpPr/>
            <p:nvPr/>
          </p:nvSpPr>
          <p:spPr>
            <a:xfrm>
              <a:off x="237960" y="3882960"/>
              <a:ext cx="109080" cy="109080"/>
            </a:xfrm>
            <a:custGeom>
              <a:avLst/>
              <a:gdLst>
                <a:gd name="textAreaLeft" fmla="*/ 0 w 109080"/>
                <a:gd name="textAreaRight" fmla="*/ 109440 w 109080"/>
                <a:gd name="textAreaTop" fmla="*/ 0 h 109080"/>
                <a:gd name="textAreaBottom" fmla="*/ 109440 h 109080"/>
              </a:gdLst>
              <a:ahLst/>
              <a:cxnLst/>
              <a:rect l="textAreaLeft" t="textAreaTop" r="textAreaRight" b="textAreaBottom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" name="Freeform 43"/>
            <p:cNvSpPr/>
            <p:nvPr/>
          </p:nvSpPr>
          <p:spPr>
            <a:xfrm>
              <a:off x="4680" y="2166840"/>
              <a:ext cx="114120" cy="452160"/>
            </a:xfrm>
            <a:custGeom>
              <a:avLst/>
              <a:gdLst>
                <a:gd name="textAreaLeft" fmla="*/ 0 w 114120"/>
                <a:gd name="textAreaRight" fmla="*/ 114480 w 114120"/>
                <a:gd name="textAreaTop" fmla="*/ 0 h 452160"/>
                <a:gd name="textAreaBottom" fmla="*/ 452520 h 452160"/>
              </a:gdLst>
              <a:ahLst/>
              <a:cxnLst/>
              <a:rect l="textAreaLeft" t="textAreaTop" r="textAreaRight" b="textAreaBottom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Freeform 44"/>
            <p:cNvSpPr/>
            <p:nvPr/>
          </p:nvSpPr>
          <p:spPr>
            <a:xfrm>
              <a:off x="52560" y="2066760"/>
              <a:ext cx="109080" cy="109080"/>
            </a:xfrm>
            <a:custGeom>
              <a:avLst/>
              <a:gdLst>
                <a:gd name="textAreaLeft" fmla="*/ 0 w 109080"/>
                <a:gd name="textAreaRight" fmla="*/ 109440 w 109080"/>
                <a:gd name="textAreaTop" fmla="*/ 0 h 109080"/>
                <a:gd name="textAreaBottom" fmla="*/ 109440 h 109080"/>
              </a:gdLst>
              <a:ahLst/>
              <a:cxnLst/>
              <a:rect l="textAreaLeft" t="textAreaTop" r="textAreaRight" b="textAreaBottom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" name="Rectangle 45"/>
            <p:cNvSpPr/>
            <p:nvPr/>
          </p:nvSpPr>
          <p:spPr>
            <a:xfrm>
              <a:off x="1228680" y="4662360"/>
              <a:ext cx="23400" cy="2180880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Freeform 46"/>
            <p:cNvSpPr/>
            <p:nvPr/>
          </p:nvSpPr>
          <p:spPr>
            <a:xfrm>
              <a:off x="1319040" y="5041800"/>
              <a:ext cx="371160" cy="1801440"/>
            </a:xfrm>
            <a:custGeom>
              <a:avLst/>
              <a:gdLst>
                <a:gd name="textAreaLeft" fmla="*/ 0 w 371160"/>
                <a:gd name="textAreaRight" fmla="*/ 371520 w 371160"/>
                <a:gd name="textAreaTop" fmla="*/ 0 h 1801440"/>
                <a:gd name="textAreaBottom" fmla="*/ 1801800 h 1801440"/>
              </a:gdLst>
              <a:ahLst/>
              <a:cxnLst/>
              <a:rect l="textAreaLeft" t="textAreaTop" r="textAreaRight" b="textAreaBottom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Freeform 47"/>
            <p:cNvSpPr/>
            <p:nvPr/>
          </p:nvSpPr>
          <p:spPr>
            <a:xfrm>
              <a:off x="1147680" y="4481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Freeform 48"/>
            <p:cNvSpPr/>
            <p:nvPr/>
          </p:nvSpPr>
          <p:spPr>
            <a:xfrm>
              <a:off x="819000" y="3983040"/>
              <a:ext cx="347400" cy="2860200"/>
            </a:xfrm>
            <a:custGeom>
              <a:avLst/>
              <a:gdLst>
                <a:gd name="textAreaLeft" fmla="*/ 0 w 347400"/>
                <a:gd name="textAreaRight" fmla="*/ 347760 w 347400"/>
                <a:gd name="textAreaTop" fmla="*/ 0 h 2860200"/>
                <a:gd name="textAreaBottom" fmla="*/ 2860560 h 2860200"/>
              </a:gdLst>
              <a:ahLst/>
              <a:cxnLst/>
              <a:rect l="textAreaLeft" t="textAreaTop" r="textAreaRight" b="textAreaBottom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Freeform 49"/>
            <p:cNvSpPr/>
            <p:nvPr/>
          </p:nvSpPr>
          <p:spPr>
            <a:xfrm>
              <a:off x="728640" y="380700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Freeform 50"/>
            <p:cNvSpPr/>
            <p:nvPr/>
          </p:nvSpPr>
          <p:spPr>
            <a:xfrm>
              <a:off x="1623960" y="4867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Freeform 51"/>
            <p:cNvSpPr/>
            <p:nvPr/>
          </p:nvSpPr>
          <p:spPr>
            <a:xfrm>
              <a:off x="1405080" y="5423040"/>
              <a:ext cx="371160" cy="1425240"/>
            </a:xfrm>
            <a:custGeom>
              <a:avLst/>
              <a:gdLst>
                <a:gd name="textAreaLeft" fmla="*/ 0 w 371160"/>
                <a:gd name="textAreaRight" fmla="*/ 371520 w 371160"/>
                <a:gd name="textAreaTop" fmla="*/ 0 h 1425240"/>
                <a:gd name="textAreaBottom" fmla="*/ 1425600 h 1425240"/>
              </a:gdLst>
              <a:ahLst/>
              <a:cxnLst/>
              <a:rect l="textAreaLeft" t="textAreaTop" r="textAreaRight" b="textAreaBottom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Freeform 52"/>
            <p:cNvSpPr/>
            <p:nvPr/>
          </p:nvSpPr>
          <p:spPr>
            <a:xfrm>
              <a:off x="1666800" y="594504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cxnLst/>
              <a:rect l="textAreaLeft" t="textAreaTop" r="textAreaRight" b="textAreaBottom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Freeform 53"/>
            <p:cNvSpPr/>
            <p:nvPr/>
          </p:nvSpPr>
          <p:spPr>
            <a:xfrm>
              <a:off x="1709640" y="5246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Freeform 54"/>
            <p:cNvSpPr/>
            <p:nvPr/>
          </p:nvSpPr>
          <p:spPr>
            <a:xfrm>
              <a:off x="1709640" y="57643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" name="Freeform 55"/>
            <p:cNvSpPr/>
            <p:nvPr/>
          </p:nvSpPr>
          <p:spPr>
            <a:xfrm>
              <a:off x="1766880" y="6330960"/>
              <a:ext cx="418680" cy="526680"/>
            </a:xfrm>
            <a:custGeom>
              <a:avLst/>
              <a:gdLst>
                <a:gd name="textAreaLeft" fmla="*/ 0 w 418680"/>
                <a:gd name="textAreaRight" fmla="*/ 419040 w 418680"/>
                <a:gd name="textAreaTop" fmla="*/ 0 h 526680"/>
                <a:gd name="textAreaBottom" fmla="*/ 527040 h 526680"/>
              </a:gdLst>
              <a:ahLst/>
              <a:cxnLst/>
              <a:rect l="textAreaLeft" t="textAreaTop" r="textAreaRight" b="textAreaBottom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" name="Freeform 56"/>
            <p:cNvSpPr/>
            <p:nvPr/>
          </p:nvSpPr>
          <p:spPr>
            <a:xfrm>
              <a:off x="2147760" y="6221520"/>
              <a:ext cx="156960" cy="14724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47240"/>
                <a:gd name="textAreaBottom" fmla="*/ 147600 h 147240"/>
              </a:gdLst>
              <a:ahLst/>
              <a:cxnLst/>
              <a:rect l="textAreaLeft" t="textAreaTop" r="textAreaRight" b="textAreaBottom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" name="Freeform 57"/>
            <p:cNvSpPr/>
            <p:nvPr/>
          </p:nvSpPr>
          <p:spPr>
            <a:xfrm>
              <a:off x="504720" y="9360"/>
              <a:ext cx="232920" cy="5103360"/>
            </a:xfrm>
            <a:custGeom>
              <a:avLst/>
              <a:gdLst>
                <a:gd name="textAreaLeft" fmla="*/ 0 w 232920"/>
                <a:gd name="textAreaRight" fmla="*/ 233280 w 232920"/>
                <a:gd name="textAreaTop" fmla="*/ 0 h 5103360"/>
                <a:gd name="textAreaBottom" fmla="*/ 5103720 h 5103360"/>
              </a:gdLst>
              <a:ahLst/>
              <a:cxnLst/>
              <a:rect l="textAreaLeft" t="textAreaTop" r="textAreaRight" b="textAreaBottom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" name="Freeform 58"/>
            <p:cNvSpPr/>
            <p:nvPr/>
          </p:nvSpPr>
          <p:spPr>
            <a:xfrm>
              <a:off x="633240" y="5103720"/>
              <a:ext cx="185400" cy="185400"/>
            </a:xfrm>
            <a:custGeom>
              <a:avLst/>
              <a:gdLst>
                <a:gd name="textAreaLeft" fmla="*/ 0 w 185400"/>
                <a:gd name="textAreaRight" fmla="*/ 185760 w 185400"/>
                <a:gd name="textAreaTop" fmla="*/ 0 h 185400"/>
                <a:gd name="textAreaBottom" fmla="*/ 185760 h 185400"/>
              </a:gdLst>
              <a:ahLst/>
              <a:cxnLst/>
              <a:rect l="textAreaLeft" t="textAreaTop" r="textAreaRight" b="textAreaBottom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876320" y="1122480"/>
            <a:ext cx="879120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914400">
              <a:lnSpc>
                <a:spcPct val="90000"/>
              </a:lnSpc>
              <a:buNone/>
              <a:defRPr lang="en-US" sz="48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8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Master title style</a:t>
            </a:r>
          </a:p>
        </p:txBody>
      </p:sp>
      <p:sp>
        <p:nvSpPr>
          <p:cNvPr id="100" name="PlaceHolder 2"/>
          <p:cNvSpPr>
            <a:spLocks noGrp="1"/>
          </p:cNvSpPr>
          <p:nvPr>
            <p:ph type="dt" idx="1"/>
          </p:nvPr>
        </p:nvSpPr>
        <p:spPr>
          <a:xfrm>
            <a:off x="7077600" y="541008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&lt;date/time&gt;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ftr" idx="2"/>
          </p:nvPr>
        </p:nvSpPr>
        <p:spPr>
          <a:xfrm>
            <a:off x="1876320" y="5410080"/>
            <a:ext cx="51246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02" name="PlaceHolder 4"/>
          <p:cNvSpPr>
            <a:spLocks noGrp="1"/>
          </p:cNvSpPr>
          <p:nvPr>
            <p:ph type="sldNum" idx="3"/>
          </p:nvPr>
        </p:nvSpPr>
        <p:spPr>
          <a:xfrm>
            <a:off x="9896760" y="541008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B8C7842-A8DE-4926-BEA0-0BA5A85ECB4A}" type="slidenum"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‹#›</a:t>
            </a:fld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5pPr>
            <a:lvl6pPr lvl="5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6pPr>
            <a:lvl7pPr lvl="6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7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the outline text format</a:t>
            </a:r>
          </a:p>
          <a:p>
            <a:pPr marL="864000" lvl="1" indent="-324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Second Outline Level</a:t>
            </a:r>
          </a:p>
          <a:p>
            <a:pPr marL="1296000" lvl="2" indent="-288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Third Outline Level</a:t>
            </a:r>
          </a:p>
          <a:p>
            <a:pPr marL="1728000" lvl="3" indent="-216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Fourth Outline Level</a:t>
            </a:r>
          </a:p>
          <a:p>
            <a:pPr marL="2160000" lvl="4" indent="-216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Fifth Outline Level</a:t>
            </a:r>
          </a:p>
          <a:p>
            <a:pPr marL="2592000" lvl="5" indent="-216000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Sixth Outline Level</a:t>
            </a:r>
          </a:p>
          <a:p>
            <a:pPr marL="3024000" lvl="6" indent="-216000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2" name="Picture 2" descr="\\DROBO-FS\QuickDrops\JB\PPTX NG\Droplets\LightingOverlay.png"/>
          <p:cNvPicPr/>
          <p:nvPr/>
        </p:nvPicPr>
        <p:blipFill>
          <a:blip r:embed="rId4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63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864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865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6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7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8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cxn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9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0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cxn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1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2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3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4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cxn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5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cxn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6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44640" rIns="90000" bIns="-44640" anchor="t" anchorCtr="1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7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cxn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8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cxn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9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cxn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0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cxn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1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2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cxn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3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4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cxn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5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6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cxn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7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8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9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0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cxn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1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cxn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892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893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cxn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4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cxn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5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6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cxn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7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cxn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8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cxn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9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0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cxn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1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2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03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Master title style</a:t>
            </a:r>
          </a:p>
        </p:txBody>
      </p:sp>
      <p:sp>
        <p:nvSpPr>
          <p:cNvPr id="904" name="PlaceHolder 2"/>
          <p:cNvSpPr>
            <a:spLocks noGrp="1"/>
          </p:cNvSpPr>
          <p:nvPr>
            <p:ph type="body"/>
          </p:nvPr>
        </p:nvSpPr>
        <p:spPr>
          <a:xfrm>
            <a:off x="1141560" y="2249640"/>
            <a:ext cx="4878000" cy="354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5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</a:p>
          <a:p>
            <a:pPr marL="6858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</a:p>
          <a:p>
            <a:pPr marL="11430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</a:p>
          <a:p>
            <a:pPr marL="1600200" lvl="3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</a:p>
          <a:p>
            <a:pPr marL="2057400" lvl="4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</a:p>
        </p:txBody>
      </p:sp>
      <p:sp>
        <p:nvSpPr>
          <p:cNvPr id="905" name="PlaceHolder 3"/>
          <p:cNvSpPr>
            <a:spLocks noGrp="1"/>
          </p:cNvSpPr>
          <p:nvPr>
            <p:ph type="body"/>
          </p:nvPr>
        </p:nvSpPr>
        <p:spPr>
          <a:xfrm>
            <a:off x="6172200" y="2249640"/>
            <a:ext cx="4874760" cy="354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5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</a:p>
          <a:p>
            <a:pPr marL="6858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</a:p>
          <a:p>
            <a:pPr marL="11430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</a:p>
          <a:p>
            <a:pPr marL="1600200" lvl="3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</a:p>
          <a:p>
            <a:pPr marL="2057400" lvl="4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</a:p>
        </p:txBody>
      </p:sp>
      <p:sp>
        <p:nvSpPr>
          <p:cNvPr id="906" name="PlaceHolder 4"/>
          <p:cNvSpPr>
            <a:spLocks noGrp="1"/>
          </p:cNvSpPr>
          <p:nvPr>
            <p:ph type="dt" idx="52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&lt;date/time&gt;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7" name="PlaceHolder 5"/>
          <p:cNvSpPr>
            <a:spLocks noGrp="1"/>
          </p:cNvSpPr>
          <p:nvPr>
            <p:ph type="ftr" idx="53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908" name="PlaceHolder 6"/>
          <p:cNvSpPr>
            <a:spLocks noGrp="1"/>
          </p:cNvSpPr>
          <p:nvPr>
            <p:ph type="sldNum" idx="54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C04BCB0-0061-40DA-9D61-EC77FA7F5F67}" type="slidenum">
              <a: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rPr>
              <a:t>‹#›</a:t>
            </a:fld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PlaceHolder 1"/>
          <p:cNvSpPr>
            <a:spLocks noGrp="1"/>
          </p:cNvSpPr>
          <p:nvPr>
            <p:ph type="title"/>
          </p:nvPr>
        </p:nvSpPr>
        <p:spPr>
          <a:xfrm>
            <a:off x="1265463" y="376857"/>
            <a:ext cx="10560600" cy="1478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r>
              <a:rPr lang="en-US" dirty="0" smtClean="0">
                <a:latin typeface="Arial"/>
              </a:rPr>
              <a:t>Team members</a:t>
            </a:r>
            <a:endParaRPr lang="en-US" sz="3600" b="0" u="none" strike="noStrike" cap="all" dirty="0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997" name="PlaceHolder 2"/>
          <p:cNvSpPr>
            <a:spLocks noGrp="1"/>
          </p:cNvSpPr>
          <p:nvPr>
            <p:ph/>
          </p:nvPr>
        </p:nvSpPr>
        <p:spPr>
          <a:xfrm>
            <a:off x="947410" y="1855017"/>
            <a:ext cx="10402200" cy="3936318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algn="ctr" defTabSz="914400">
              <a:lnSpc>
                <a:spcPct val="120000"/>
              </a:lnSpc>
              <a:spcBef>
                <a:spcPts val="1001"/>
              </a:spcBef>
              <a:buNone/>
            </a:pPr>
            <a:r>
              <a:rPr lang="en-US" sz="24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Mariam </a:t>
            </a:r>
            <a:r>
              <a:rPr lang="en-US" sz="2400" cap="none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Hossam</a:t>
            </a:r>
            <a:r>
              <a:rPr lang="en-US" sz="24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cap="none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Abd-Elghaffar</a:t>
            </a:r>
            <a:endParaRPr lang="en-US" sz="2400" cap="none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algn="ctr" defTabSz="914400">
              <a:lnSpc>
                <a:spcPct val="120000"/>
              </a:lnSpc>
              <a:spcBef>
                <a:spcPts val="1001"/>
              </a:spcBef>
              <a:buNone/>
            </a:pPr>
            <a:r>
              <a:rPr lang="en-US" sz="24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Mohammad </a:t>
            </a:r>
            <a:r>
              <a:rPr lang="en-US" sz="2400" cap="none" dirty="0" err="1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sz="2400" cap="none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ael</a:t>
            </a:r>
            <a:r>
              <a:rPr lang="en-US" sz="24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cap="none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Monir</a:t>
            </a:r>
            <a:endParaRPr lang="en-US" sz="2400" cap="none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  <a:spcBef>
                <a:spcPts val="1001"/>
              </a:spcBef>
            </a:pPr>
            <a:r>
              <a:rPr lang="en-US" sz="2400" cap="none" dirty="0">
                <a:latin typeface="Arial" panose="020B0604020202020204" pitchFamily="34" charset="0"/>
                <a:cs typeface="Arial" panose="020B0604020202020204" pitchFamily="34" charset="0"/>
              </a:rPr>
              <a:t>Muhammad </a:t>
            </a:r>
            <a:r>
              <a:rPr lang="en-US" sz="24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Majid Abdul-Halim</a:t>
            </a:r>
            <a:endParaRPr lang="en-US" sz="2400" b="0" u="none" strike="noStrike" cap="none" dirty="0" smtClean="0">
              <a:solidFill>
                <a:schemeClr val="dk1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algn="ctr" defTabSz="914400">
              <a:lnSpc>
                <a:spcPct val="120000"/>
              </a:lnSpc>
              <a:spcBef>
                <a:spcPts val="1001"/>
              </a:spcBef>
              <a:buNone/>
            </a:pPr>
            <a:r>
              <a:rPr lang="en-US" sz="2400" b="0" u="none" strike="noStrike" cap="none" dirty="0" err="1" smtClean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Mounir</a:t>
            </a:r>
            <a:r>
              <a:rPr lang="en-US" sz="2400" b="0" u="none" strike="noStrike" cap="none" dirty="0" smtClean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u="none" strike="noStrike" cap="none" dirty="0" err="1" smtClean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Essam</a:t>
            </a:r>
            <a:r>
              <a:rPr lang="en-US" sz="2400" b="0" u="none" strike="noStrike" cap="none" dirty="0" smtClean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u="none" strike="noStrike" cap="none" dirty="0" err="1" smtClean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Mounir</a:t>
            </a:r>
            <a:endParaRPr lang="en-US" sz="2400" b="0" u="none" strike="noStrike" cap="none" dirty="0" smtClean="0">
              <a:solidFill>
                <a:schemeClr val="dk1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algn="ctr" defTabSz="914400">
              <a:lnSpc>
                <a:spcPct val="120000"/>
              </a:lnSpc>
              <a:spcBef>
                <a:spcPts val="1001"/>
              </a:spcBef>
              <a:buNone/>
            </a:pPr>
            <a:r>
              <a:rPr lang="en-US" sz="24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Nada </a:t>
            </a:r>
            <a:r>
              <a:rPr lang="en-US" sz="2400" cap="none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Yehia</a:t>
            </a:r>
            <a:r>
              <a:rPr lang="en-US" sz="24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cap="none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Elsayed</a:t>
            </a:r>
            <a:r>
              <a:rPr lang="en-US" sz="2400" b="0" u="none" strike="noStrike" cap="none" dirty="0" smtClean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400" b="0" u="none" strike="noStrike" cap="none" dirty="0">
              <a:solidFill>
                <a:schemeClr val="dk1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47DAB-5FF6-4536-B5A5-3B4E571A9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1720" y="91071"/>
            <a:ext cx="10561060" cy="1478570"/>
          </a:xfrm>
        </p:spPr>
        <p:txBody>
          <a:bodyPr>
            <a:normAutofit/>
          </a:bodyPr>
          <a:lstStyle/>
          <a:p>
            <a:r>
              <a:rPr lang="en-US" cap="none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Design Block Diagram</a:t>
            </a:r>
            <a:endParaRPr lang="en-US" sz="3600" cap="none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7" t="7407" r="3348" b="5142"/>
          <a:stretch/>
        </p:blipFill>
        <p:spPr>
          <a:xfrm>
            <a:off x="2372005" y="1492898"/>
            <a:ext cx="7184572" cy="5365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837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47DAB-5FF6-4536-B5A5-3B4E571A9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1720" y="91071"/>
            <a:ext cx="10561060" cy="1478570"/>
          </a:xfrm>
        </p:spPr>
        <p:txBody>
          <a:bodyPr>
            <a:normAutofit/>
          </a:bodyPr>
          <a:lstStyle/>
          <a:p>
            <a:r>
              <a:rPr lang="en-US" sz="3600" cap="none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Testbench</a:t>
            </a:r>
            <a:r>
              <a:rPr lang="en-US" sz="3600" cap="none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Architecture</a:t>
            </a:r>
            <a:endParaRPr lang="en-US" sz="3600" cap="none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4052" y="1309306"/>
            <a:ext cx="6514351" cy="5349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99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47DAB-5FF6-4536-B5A5-3B4E571A9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1720" y="91071"/>
            <a:ext cx="10561060" cy="1478570"/>
          </a:xfrm>
        </p:spPr>
        <p:txBody>
          <a:bodyPr>
            <a:normAutofit/>
          </a:bodyPr>
          <a:lstStyle/>
          <a:p>
            <a:r>
              <a:rPr lang="en-US" cap="none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endParaRPr lang="en-US" sz="3600" cap="none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/>
          </p:nvPr>
        </p:nvSpPr>
        <p:spPr>
          <a:xfrm>
            <a:off x="1285340" y="1569641"/>
            <a:ext cx="3127634" cy="4088583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</a:pPr>
            <a:r>
              <a:rPr lang="en-US" sz="24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Found 10 bugs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182" y="2624988"/>
            <a:ext cx="1907523" cy="1907523"/>
          </a:xfrm>
          <a:prstGeom prst="rect">
            <a:avLst/>
          </a:prstGeom>
        </p:spPr>
      </p:pic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296897" y="1558960"/>
            <a:ext cx="2986582" cy="4088583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</a:pPr>
            <a:r>
              <a:rPr lang="en-US" sz="24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Functional coverage</a:t>
            </a: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7720801" y="1558960"/>
            <a:ext cx="3555016" cy="4088583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</a:pPr>
            <a:r>
              <a:rPr lang="en-US" sz="24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Code coverage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75" t="22731" r="12889" b="27770"/>
          <a:stretch/>
        </p:blipFill>
        <p:spPr>
          <a:xfrm>
            <a:off x="8398565" y="3051313"/>
            <a:ext cx="1554411" cy="105354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"/>
          <a:srcRect l="11282"/>
          <a:stretch/>
        </p:blipFill>
        <p:spPr>
          <a:xfrm>
            <a:off x="5182784" y="3037530"/>
            <a:ext cx="1297503" cy="102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996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ustom 3">
      <a:dk1>
        <a:srgbClr val="000000"/>
      </a:dk1>
      <a:lt1>
        <a:srgbClr val="FFFFFF"/>
      </a:lt1>
      <a:dk2>
        <a:srgbClr val="000000"/>
      </a:dk2>
      <a:lt2>
        <a:srgbClr val="0070C0"/>
      </a:lt2>
      <a:accent1>
        <a:srgbClr val="0C0C0C"/>
      </a:accent1>
      <a:accent2>
        <a:srgbClr val="002060"/>
      </a:accent2>
      <a:accent3>
        <a:srgbClr val="00206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ircuit">
      <a:majorFont>
        <a:latin typeface="Tw Cen MT"/>
        <a:ea typeface=""/>
        <a:cs typeface=""/>
      </a:majorFont>
      <a:minorFont>
        <a:latin typeface="Tw Cen MT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/>
        </a:gradFill>
        <a:blipFill rotWithShape="0">
          <a:blip xmlns:r="http://schemas.openxmlformats.org/officeDocument/2006/relationships" r:embed="rId1"/>
          <a:srcRect/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ircuit">
  <a:themeElements>
    <a:clrScheme name="Custom 3">
      <a:dk1>
        <a:srgbClr val="000000"/>
      </a:dk1>
      <a:lt1>
        <a:srgbClr val="FFFFFF"/>
      </a:lt1>
      <a:dk2>
        <a:srgbClr val="000000"/>
      </a:dk2>
      <a:lt2>
        <a:srgbClr val="0070C0"/>
      </a:lt2>
      <a:accent1>
        <a:srgbClr val="0C0C0C"/>
      </a:accent1>
      <a:accent2>
        <a:srgbClr val="002060"/>
      </a:accent2>
      <a:accent3>
        <a:srgbClr val="00206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ircuit">
      <a:majorFont>
        <a:latin typeface="Tw Cen MT"/>
        <a:ea typeface=""/>
        <a:cs typeface=""/>
      </a:majorFont>
      <a:minorFont>
        <a:latin typeface="Tw Cen MT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/>
        </a:gradFill>
        <a:blipFill rotWithShape="0">
          <a:blip xmlns:r="http://schemas.openxmlformats.org/officeDocument/2006/relationships" r:embed="rId1"/>
          <a:srcRect/>
          <a:stretch>
            <a:fillRect/>
          </a:stretch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ircuit">
  <a:themeElements>
    <a:clrScheme name="Custom 3">
      <a:dk1>
        <a:srgbClr val="000000"/>
      </a:dk1>
      <a:lt1>
        <a:srgbClr val="FFFFFF"/>
      </a:lt1>
      <a:dk2>
        <a:srgbClr val="000000"/>
      </a:dk2>
      <a:lt2>
        <a:srgbClr val="0070C0"/>
      </a:lt2>
      <a:accent1>
        <a:srgbClr val="0C0C0C"/>
      </a:accent1>
      <a:accent2>
        <a:srgbClr val="002060"/>
      </a:accent2>
      <a:accent3>
        <a:srgbClr val="00206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ircuit">
      <a:majorFont>
        <a:latin typeface="Tw Cen MT"/>
        <a:ea typeface=""/>
        <a:cs typeface=""/>
      </a:majorFont>
      <a:minorFont>
        <a:latin typeface="Tw Cen MT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/>
        </a:gradFill>
        <a:blipFill rotWithShape="0">
          <a:blip xmlns:r="http://schemas.openxmlformats.org/officeDocument/2006/relationships" r:embed="rId1"/>
          <a:srcRect/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2242</TotalTime>
  <Words>30</Words>
  <Application>Microsoft Office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Symbol</vt:lpstr>
      <vt:lpstr>Times New Roman</vt:lpstr>
      <vt:lpstr>Tw Cen MT</vt:lpstr>
      <vt:lpstr>Wingdings</vt:lpstr>
      <vt:lpstr>Circuit</vt:lpstr>
      <vt:lpstr>Circuit</vt:lpstr>
      <vt:lpstr>Circuit</vt:lpstr>
      <vt:lpstr>Team members</vt:lpstr>
      <vt:lpstr>Design Block Diagram</vt:lpstr>
      <vt:lpstr>Testbench Architecture</vt:lpstr>
      <vt:lpstr>Results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Passant Kadry</dc:creator>
  <dc:description/>
  <cp:lastModifiedBy>Mohamed Salama</cp:lastModifiedBy>
  <cp:revision>68</cp:revision>
  <dcterms:created xsi:type="dcterms:W3CDTF">2024-11-05T21:37:31Z</dcterms:created>
  <dcterms:modified xsi:type="dcterms:W3CDTF">2026-08-04T19:30:11Z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i4>26</vt:i4>
  </property>
</Properties>
</file>